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71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Anek Latin"/>
      <p:regular r:id="rId20"/>
      <p:bold r:id="rId21"/>
    </p:embeddedFont>
    <p:embeddedFont>
      <p:font typeface="Anek Latin SemiBold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85">
          <p15:clr>
            <a:srgbClr val="747775"/>
          </p15:clr>
        </p15:guide>
      </p15:sldGuideLst>
    </p:ext>
    <p:ext uri="GoogleSlidesCustomDataVersion2">
      <go:slidesCustomData xmlns:go="http://customooxmlschemas.google.com/" r:id="rId24" roundtripDataSignature="AMtx7mgSZ4CTGWlLs0CMm4lSouprY0Ld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8A1196-1532-4AF8-A479-04843E56EA46}">
  <a:tblStyle styleId="{8F8A1196-1532-4AF8-A479-04843E56EA4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8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20" Type="http://schemas.openxmlformats.org/officeDocument/2006/relationships/font" Target="fonts/AnekLatin-regular.fntdata"/><Relationship Id="rId22" Type="http://schemas.openxmlformats.org/officeDocument/2006/relationships/font" Target="fonts/AnekLatinSemiBold-regular.fntdata"/><Relationship Id="rId21" Type="http://schemas.openxmlformats.org/officeDocument/2006/relationships/font" Target="fonts/AnekLatin-bold.fntdata"/><Relationship Id="rId24" Type="http://customschemas.google.com/relationships/presentationmetadata" Target="metadata"/><Relationship Id="rId23" Type="http://schemas.openxmlformats.org/officeDocument/2006/relationships/font" Target="fonts/AnekLatinSemiBold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4" name="Google Shape;7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2" name="Google Shape;7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649e16ea2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3" name="Google Shape;803;g3649e16ea2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0" name="Google Shape;81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a02fb4a29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8" name="Google Shape;818;g3a02fb4a2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a02fb4a29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0" name="Google Shape;830;g3a02fb4a29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a02fb4a29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g3a02fb4a29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a02fb4a291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" name="Google Shape;845;g3a02fb4a291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a02fb4a291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2" name="Google Shape;852;g3a02fb4a291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a02fb4a291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0" name="Google Shape;860;g3a02fb4a291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3a02fb4a291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7" name="Google Shape;867;g3a02fb4a291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a02fb4a291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5" name="Google Shape;875;g3a02fb4a291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5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2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7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5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6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pattern">
  <p:cSld name="BLANK_1_1_3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7">
          <p15:clr>
            <a:srgbClr val="E46962"/>
          </p15:clr>
        </p15:guide>
        <p15:guide id="2" orient="horz" pos="318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Left corner">
  <p:cSld name="BLANK_1_1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90"/>
          <p:cNvSpPr txBox="1"/>
          <p:nvPr/>
        </p:nvSpPr>
        <p:spPr>
          <a:xfrm rot="-5400000">
            <a:off x="7400100" y="29898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509F"/>
                </a:solidFill>
                <a:latin typeface="Anek Latin"/>
                <a:ea typeface="Anek Latin"/>
                <a:cs typeface="Anek Latin"/>
                <a:sym typeface="Anek Latin"/>
              </a:rPr>
              <a:t>Confidential, for internal company use only</a:t>
            </a:r>
            <a:endParaRPr b="0" i="0" sz="800" u="none" cap="none" strike="noStrike">
              <a:solidFill>
                <a:srgbClr val="59509F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12" name="Google Shape;12;p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4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9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">
          <p15:clr>
            <a:srgbClr val="E46962"/>
          </p15:clr>
        </p15:guide>
        <p15:guide id="2" orient="horz" pos="3179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Left corner | Lower opacity">
  <p:cSld name="BLANK_1_1_1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0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4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0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">
          <p15:clr>
            <a:srgbClr val="E46962"/>
          </p15:clr>
        </p15:guide>
        <p15:guide id="2" orient="horz" pos="3179">
          <p15:clr>
            <a:srgbClr val="E46962"/>
          </p15:clr>
        </p15:guide>
        <p15:guide id="3" pos="5700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COLOR ">
  <p:cSld name="TITLE_AND_BODY_1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7"/>
          <p:cNvSpPr/>
          <p:nvPr/>
        </p:nvSpPr>
        <p:spPr>
          <a:xfrm>
            <a:off x="105900" y="87750"/>
            <a:ext cx="8932200" cy="4968000"/>
          </a:xfrm>
          <a:prstGeom prst="roundRect">
            <a:avLst>
              <a:gd fmla="val 4505" name="adj"/>
            </a:avLst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9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8">
          <p15:clr>
            <a:srgbClr val="E46962"/>
          </p15:clr>
        </p15:guide>
        <p15:guide id="2" orient="horz" pos="2877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| Green 1">
  <p:cSld name="TITLE_AND_BODY_1_1_1_1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1"/>
          <p:cNvSpPr/>
          <p:nvPr/>
        </p:nvSpPr>
        <p:spPr>
          <a:xfrm>
            <a:off x="90825" y="90150"/>
            <a:ext cx="8967900" cy="4967700"/>
          </a:xfrm>
          <a:prstGeom prst="roundRect">
            <a:avLst>
              <a:gd fmla="val 4350" name="adj"/>
            </a:avLst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1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9132" y="89925"/>
            <a:ext cx="7985741" cy="496769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 profile">
  <p:cSld name="CUSTOM_2_2_3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9"/>
          <p:cNvSpPr/>
          <p:nvPr/>
        </p:nvSpPr>
        <p:spPr>
          <a:xfrm>
            <a:off x="4617000" y="3619500"/>
            <a:ext cx="4437000" cy="1434300"/>
          </a:xfrm>
          <a:prstGeom prst="roundRect">
            <a:avLst>
              <a:gd fmla="val 10622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89"/>
          <p:cNvSpPr/>
          <p:nvPr>
            <p:ph idx="2" type="pic"/>
          </p:nvPr>
        </p:nvSpPr>
        <p:spPr>
          <a:xfrm>
            <a:off x="4617000" y="90300"/>
            <a:ext cx="4437000" cy="3439200"/>
          </a:xfrm>
          <a:prstGeom prst="roundRect">
            <a:avLst>
              <a:gd fmla="val 5230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27" name="Google Shape;27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525" y="717925"/>
            <a:ext cx="1069824" cy="21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89"/>
          <p:cNvPicPr preferRelativeResize="0"/>
          <p:nvPr/>
        </p:nvPicPr>
        <p:blipFill rotWithShape="1">
          <a:blip r:embed="rId3">
            <a:alphaModFix/>
          </a:blip>
          <a:srcRect b="8150" l="28687" r="26467" t="2675"/>
          <a:stretch/>
        </p:blipFill>
        <p:spPr>
          <a:xfrm rot="10800000">
            <a:off x="95700" y="92700"/>
            <a:ext cx="4432500" cy="4958100"/>
          </a:xfrm>
          <a:prstGeom prst="roundRect">
            <a:avLst>
              <a:gd fmla="val 5045" name="adj"/>
            </a:avLst>
          </a:prstGeom>
          <a:noFill/>
          <a:ln>
            <a:noFill/>
          </a:ln>
        </p:spPr>
      </p:pic>
      <p:sp>
        <p:nvSpPr>
          <p:cNvPr id="29" name="Google Shape;29;p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77">
          <p15:clr>
            <a:srgbClr val="E46962"/>
          </p15:clr>
        </p15:guide>
        <p15:guide id="2" pos="363">
          <p15:clr>
            <a:srgbClr val="E46962"/>
          </p15:clr>
        </p15:guide>
        <p15:guide id="3" orient="horz" pos="256">
          <p15:clr>
            <a:srgbClr val="E46962"/>
          </p15:clr>
        </p15:guide>
        <p15:guide id="4" pos="60">
          <p15:clr>
            <a:srgbClr val="E46962"/>
          </p15:clr>
        </p15:guide>
        <p15:guide id="5" orient="horz" pos="3179">
          <p15:clr>
            <a:srgbClr val="E46962"/>
          </p15:clr>
        </p15:guide>
        <p15:guide id="6" pos="257">
          <p15:clr>
            <a:srgbClr val="E46962"/>
          </p15:clr>
        </p15:guide>
        <p15:guide id="7" orient="horz" pos="588">
          <p15:clr>
            <a:srgbClr val="E46962"/>
          </p15:clr>
        </p15:guide>
        <p15:guide id="8" orient="horz" pos="460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slide | Two speakers">
  <p:cSld name="CUSTOM_2_2_2_1_2_2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92"/>
          <p:cNvSpPr/>
          <p:nvPr>
            <p:ph idx="2" type="pic"/>
          </p:nvPr>
        </p:nvSpPr>
        <p:spPr>
          <a:xfrm>
            <a:off x="4780075" y="2790900"/>
            <a:ext cx="1916100" cy="177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3" name="Google Shape;33;p92"/>
          <p:cNvSpPr/>
          <p:nvPr>
            <p:ph idx="3" type="pic"/>
          </p:nvPr>
        </p:nvSpPr>
        <p:spPr>
          <a:xfrm>
            <a:off x="4780225" y="670150"/>
            <a:ext cx="1916100" cy="1764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4" name="Google Shape;34;p9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287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69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speakers">
  <p:cSld name="CUSTOM_2_2_2_1_2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23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96"/>
          <p:cNvSpPr/>
          <p:nvPr>
            <p:ph idx="2" type="pic"/>
          </p:nvPr>
        </p:nvSpPr>
        <p:spPr>
          <a:xfrm>
            <a:off x="3713072" y="1595550"/>
            <a:ext cx="16359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8" name="Google Shape;38;p96"/>
          <p:cNvSpPr/>
          <p:nvPr>
            <p:ph idx="3" type="pic"/>
          </p:nvPr>
        </p:nvSpPr>
        <p:spPr>
          <a:xfrm>
            <a:off x="7152264" y="1595550"/>
            <a:ext cx="15534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9" name="Google Shape;39;p96"/>
          <p:cNvSpPr/>
          <p:nvPr>
            <p:ph idx="4" type="pic"/>
          </p:nvPr>
        </p:nvSpPr>
        <p:spPr>
          <a:xfrm>
            <a:off x="5432672" y="1598874"/>
            <a:ext cx="1635900" cy="1793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0" name="Google Shape;40;p96"/>
          <p:cNvSpPr/>
          <p:nvPr>
            <p:ph idx="5" type="pic"/>
          </p:nvPr>
        </p:nvSpPr>
        <p:spPr>
          <a:xfrm>
            <a:off x="2075702" y="1598874"/>
            <a:ext cx="1553400" cy="1793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1" name="Google Shape;41;p96"/>
          <p:cNvSpPr/>
          <p:nvPr>
            <p:ph idx="6" type="pic"/>
          </p:nvPr>
        </p:nvSpPr>
        <p:spPr>
          <a:xfrm>
            <a:off x="438336" y="1595550"/>
            <a:ext cx="15534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2" name="Google Shape;42;p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318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69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big dark blue info block">
  <p:cSld name="BLANK_1_1_2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5"/>
          <p:cNvSpPr/>
          <p:nvPr/>
        </p:nvSpPr>
        <p:spPr>
          <a:xfrm>
            <a:off x="571950" y="1850250"/>
            <a:ext cx="8033400" cy="27174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6" name="Google Shape;46;p10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3185">
          <p15:clr>
            <a:srgbClr val="E46962"/>
          </p15:clr>
        </p15:guide>
        <p15:guide id="3" pos="57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xylabs parterships">
  <p:cSld name="BLANK_1_4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133"/>
          <p:cNvSpPr/>
          <p:nvPr/>
        </p:nvSpPr>
        <p:spPr>
          <a:xfrm>
            <a:off x="90000" y="2625350"/>
            <a:ext cx="8964000" cy="2428200"/>
          </a:xfrm>
          <a:prstGeom prst="roundRect">
            <a:avLst>
              <a:gd fmla="val 10241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" name="Google Shape;50;p1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59175" y="789438"/>
            <a:ext cx="3225651" cy="1046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" name="Google Shape;51;p133"/>
          <p:cNvCxnSpPr/>
          <p:nvPr/>
        </p:nvCxnSpPr>
        <p:spPr>
          <a:xfrm>
            <a:off x="4572000" y="3451075"/>
            <a:ext cx="0" cy="669600"/>
          </a:xfrm>
          <a:prstGeom prst="straightConnector1">
            <a:avLst/>
          </a:prstGeom>
          <a:noFill/>
          <a:ln cap="flat" cmpd="sng" w="9525">
            <a:solidFill>
              <a:srgbClr val="F5F6F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133"/>
          <p:cNvSpPr/>
          <p:nvPr>
            <p:ph idx="2" type="pic"/>
          </p:nvPr>
        </p:nvSpPr>
        <p:spPr>
          <a:xfrm>
            <a:off x="1765175" y="3399300"/>
            <a:ext cx="2202000" cy="7953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33"/>
          <p:cNvSpPr/>
          <p:nvPr>
            <p:ph idx="3" type="pic"/>
          </p:nvPr>
        </p:nvSpPr>
        <p:spPr>
          <a:xfrm>
            <a:off x="5212000" y="3399300"/>
            <a:ext cx="2202000" cy="795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33"/>
          <p:cNvSpPr/>
          <p:nvPr/>
        </p:nvSpPr>
        <p:spPr>
          <a:xfrm>
            <a:off x="88050" y="90000"/>
            <a:ext cx="8967900" cy="2428200"/>
          </a:xfrm>
          <a:prstGeom prst="roundRect">
            <a:avLst>
              <a:gd fmla="val 8577" name="adj"/>
            </a:avLst>
          </a:prstGeom>
          <a:solidFill>
            <a:srgbClr val="F5F6F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3"/>
          <p:cNvSpPr/>
          <p:nvPr/>
        </p:nvSpPr>
        <p:spPr>
          <a:xfrm>
            <a:off x="4174350" y="2174100"/>
            <a:ext cx="795300" cy="795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314325" rotWithShape="0" algn="bl" dir="5400000" dist="7620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642">
          <p15:clr>
            <a:srgbClr val="E46962"/>
          </p15:clr>
        </p15:guide>
        <p15:guide id="2" pos="57">
          <p15:clr>
            <a:srgbClr val="E46962"/>
          </p15:clr>
        </p15:guide>
        <p15:guide id="3" orient="horz" pos="57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Right corner">
  <p:cSld name="BLANK_1_1_2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4"/>
          <p:cNvSpPr/>
          <p:nvPr/>
        </p:nvSpPr>
        <p:spPr>
          <a:xfrm>
            <a:off x="90000" y="90150"/>
            <a:ext cx="8968800" cy="4967700"/>
          </a:xfrm>
          <a:prstGeom prst="roundRect">
            <a:avLst>
              <a:gd fmla="val 3309" name="adj"/>
            </a:avLst>
          </a:prstGeom>
          <a:solidFill>
            <a:srgbClr val="EBEDF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Right corner 1">
  <p:cSld name="BLANK_1_1_2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5"/>
          <p:cNvSpPr/>
          <p:nvPr/>
        </p:nvSpPr>
        <p:spPr>
          <a:xfrm>
            <a:off x="90000" y="90150"/>
            <a:ext cx="8968800" cy="4967700"/>
          </a:xfrm>
          <a:prstGeom prst="roundRect">
            <a:avLst>
              <a:gd fmla="val 3309" name="adj"/>
            </a:avLst>
          </a:prstGeom>
          <a:solidFill>
            <a:srgbClr val="EBEDF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1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pos="5705">
          <p15:clr>
            <a:srgbClr val="E46962"/>
          </p15:clr>
        </p15:guide>
        <p15:guide id="4" orient="horz" pos="57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HQ map with text">
  <p:cSld name="BLANK_1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6"/>
          <p:cNvSpPr/>
          <p:nvPr/>
        </p:nvSpPr>
        <p:spPr>
          <a:xfrm>
            <a:off x="90825" y="90150"/>
            <a:ext cx="8967900" cy="4967700"/>
          </a:xfrm>
          <a:prstGeom prst="roundRect">
            <a:avLst>
              <a:gd fmla="val 4624" name="adj"/>
            </a:avLst>
          </a:prstGeom>
          <a:solidFill>
            <a:srgbClr val="130F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77;p3" id="66" name="Google Shape;66;p176"/>
          <p:cNvPicPr preferRelativeResize="0"/>
          <p:nvPr/>
        </p:nvPicPr>
        <p:blipFill rotWithShape="1">
          <a:blip r:embed="rId2">
            <a:alphaModFix/>
          </a:blip>
          <a:srcRect b="1212" l="24528" r="0" t="2277"/>
          <a:stretch/>
        </p:blipFill>
        <p:spPr>
          <a:xfrm>
            <a:off x="4887600" y="98600"/>
            <a:ext cx="4166400" cy="4963500"/>
          </a:xfrm>
          <a:prstGeom prst="roundRect">
            <a:avLst>
              <a:gd fmla="val 5546" name="adj"/>
            </a:avLst>
          </a:prstGeom>
          <a:noFill/>
          <a:ln>
            <a:noFill/>
          </a:ln>
        </p:spPr>
      </p:pic>
      <p:sp>
        <p:nvSpPr>
          <p:cNvPr id="67" name="Google Shape;67;p176"/>
          <p:cNvSpPr txBox="1"/>
          <p:nvPr/>
        </p:nvSpPr>
        <p:spPr>
          <a:xfrm>
            <a:off x="6850500" y="3175975"/>
            <a:ext cx="17175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50" lIns="34250" spcFirstLastPara="1" rIns="34250" wrap="square" tIns="34250">
            <a:spAutoFit/>
          </a:bodyPr>
          <a:lstStyle/>
          <a:p>
            <a:pPr indent="0" lvl="0" marL="0" marR="0" rtl="0" algn="ctr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HQ @Vilnius</a:t>
            </a:r>
            <a:endParaRPr b="0" i="0" sz="1800" u="none" cap="none" strike="noStrike">
              <a:solidFill>
                <a:srgbClr val="000000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  <a:p>
            <a:pPr indent="0" lvl="0" marL="0" marR="0" rtl="0" algn="ctr">
              <a:lnSpc>
                <a:spcPct val="184285"/>
              </a:lnSpc>
              <a:spcBef>
                <a:spcPts val="0"/>
              </a:spcBef>
              <a:spcAft>
                <a:spcPts val="0"/>
              </a:spcAft>
              <a:buClr>
                <a:srgbClr val="AEAEDA"/>
              </a:buClr>
              <a:buSzPts val="1200"/>
              <a:buFont typeface="Arial"/>
              <a:buNone/>
            </a:pPr>
            <a:r>
              <a:rPr b="0" i="0" lang="en" sz="1400" u="none" cap="none" strike="noStrike">
                <a:solidFill>
                  <a:srgbClr val="B0A7EA"/>
                </a:solidFill>
                <a:latin typeface="Anek Latin"/>
                <a:ea typeface="Anek Latin"/>
                <a:cs typeface="Anek Latin"/>
                <a:sym typeface="Anek Latin"/>
              </a:rPr>
              <a:t>Lietuva</a:t>
            </a:r>
            <a:endParaRPr b="0" i="0" sz="1400" u="none" cap="none" strike="noStrike">
              <a:solidFill>
                <a:srgbClr val="B0A7EA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68" name="Google Shape;68;p176"/>
          <p:cNvSpPr/>
          <p:nvPr/>
        </p:nvSpPr>
        <p:spPr>
          <a:xfrm>
            <a:off x="7814938" y="2907657"/>
            <a:ext cx="34200" cy="36000"/>
          </a:xfrm>
          <a:prstGeom prst="ellipse">
            <a:avLst/>
          </a:prstGeom>
          <a:solidFill>
            <a:srgbClr val="120E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Blocks">
  <p:cSld name="BLANK_1_1_3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7"/>
          <p:cNvSpPr/>
          <p:nvPr/>
        </p:nvSpPr>
        <p:spPr>
          <a:xfrm>
            <a:off x="105900" y="87750"/>
            <a:ext cx="8932200" cy="4968000"/>
          </a:xfrm>
          <a:prstGeom prst="roundRect">
            <a:avLst>
              <a:gd fmla="val 4505" name="adj"/>
            </a:avLst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77"/>
          <p:cNvSpPr/>
          <p:nvPr/>
        </p:nvSpPr>
        <p:spPr>
          <a:xfrm>
            <a:off x="613449" y="2829775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46D90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3" name="Google Shape;73;p177"/>
          <p:cNvSpPr/>
          <p:nvPr/>
        </p:nvSpPr>
        <p:spPr>
          <a:xfrm>
            <a:off x="4619156" y="1970875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46D90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4" name="Google Shape;74;p177"/>
          <p:cNvSpPr/>
          <p:nvPr/>
        </p:nvSpPr>
        <p:spPr>
          <a:xfrm>
            <a:off x="4619156" y="2829775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46D90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5" name="Google Shape;75;p177"/>
          <p:cNvSpPr/>
          <p:nvPr/>
        </p:nvSpPr>
        <p:spPr>
          <a:xfrm>
            <a:off x="613449" y="197410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46D90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6" name="Google Shape;76;p1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7">
          <p15:clr>
            <a:srgbClr val="E46962"/>
          </p15:clr>
        </p15:guide>
        <p15:guide id="2" orient="horz" pos="3186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 blocks | Dark blue">
  <p:cSld name="BLANK_1_1_3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8"/>
          <p:cNvSpPr/>
          <p:nvPr/>
        </p:nvSpPr>
        <p:spPr>
          <a:xfrm>
            <a:off x="105900" y="87750"/>
            <a:ext cx="8932200" cy="4968000"/>
          </a:xfrm>
          <a:prstGeom prst="roundRect">
            <a:avLst>
              <a:gd fmla="val 4690" name="adj"/>
            </a:avLst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78"/>
          <p:cNvSpPr/>
          <p:nvPr/>
        </p:nvSpPr>
        <p:spPr>
          <a:xfrm>
            <a:off x="616224" y="15438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80" name="Google Shape;80;p178"/>
          <p:cNvSpPr/>
          <p:nvPr/>
        </p:nvSpPr>
        <p:spPr>
          <a:xfrm>
            <a:off x="616224" y="24027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81" name="Google Shape;81;p178"/>
          <p:cNvSpPr/>
          <p:nvPr/>
        </p:nvSpPr>
        <p:spPr>
          <a:xfrm>
            <a:off x="616224" y="32616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82" name="Google Shape;82;p178"/>
          <p:cNvSpPr/>
          <p:nvPr/>
        </p:nvSpPr>
        <p:spPr>
          <a:xfrm>
            <a:off x="4621931" y="15438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83" name="Google Shape;83;p178"/>
          <p:cNvSpPr/>
          <p:nvPr/>
        </p:nvSpPr>
        <p:spPr>
          <a:xfrm>
            <a:off x="4621931" y="24027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84" name="Google Shape;84;p178"/>
          <p:cNvSpPr/>
          <p:nvPr/>
        </p:nvSpPr>
        <p:spPr>
          <a:xfrm>
            <a:off x="4621931" y="32616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85" name="Google Shape;85;p1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312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attern">
  <p:cSld name="CUSTOM_2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9"/>
          <p:cNvSpPr/>
          <p:nvPr/>
        </p:nvSpPr>
        <p:spPr>
          <a:xfrm>
            <a:off x="4617000" y="90300"/>
            <a:ext cx="4437000" cy="2458200"/>
          </a:xfrm>
          <a:prstGeom prst="roundRect">
            <a:avLst>
              <a:gd fmla="val 5971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9"/>
          <p:cNvSpPr/>
          <p:nvPr/>
        </p:nvSpPr>
        <p:spPr>
          <a:xfrm>
            <a:off x="4617000" y="2634400"/>
            <a:ext cx="4437000" cy="2419200"/>
          </a:xfrm>
          <a:prstGeom prst="roundRect">
            <a:avLst>
              <a:gd fmla="val 5971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79"/>
          <p:cNvPicPr preferRelativeResize="0"/>
          <p:nvPr/>
        </p:nvPicPr>
        <p:blipFill rotWithShape="1">
          <a:blip r:embed="rId2">
            <a:alphaModFix/>
          </a:blip>
          <a:srcRect b="2343" l="42670" r="12484" t="8479"/>
          <a:stretch/>
        </p:blipFill>
        <p:spPr>
          <a:xfrm flipH="1" rot="10800000">
            <a:off x="96550" y="90300"/>
            <a:ext cx="4437000" cy="4962900"/>
          </a:xfrm>
          <a:prstGeom prst="roundRect">
            <a:avLst>
              <a:gd fmla="val 4860" name="adj"/>
            </a:avLst>
          </a:prstGeom>
          <a:noFill/>
          <a:ln>
            <a:noFill/>
          </a:ln>
        </p:spPr>
      </p:pic>
      <p:sp>
        <p:nvSpPr>
          <p:cNvPr id="90" name="Google Shape;90;p1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83">
          <p15:clr>
            <a:srgbClr val="E46962"/>
          </p15:clr>
        </p15:guide>
        <p15:guide id="2" pos="61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0"/>
          <p:cNvSpPr/>
          <p:nvPr/>
        </p:nvSpPr>
        <p:spPr>
          <a:xfrm>
            <a:off x="90725" y="1002925"/>
            <a:ext cx="8964900" cy="4052100"/>
          </a:xfrm>
          <a:prstGeom prst="roundRect">
            <a:avLst>
              <a:gd fmla="val 5643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1800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30F35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93" name="Google Shape;93;p1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1">
          <p15:clr>
            <a:srgbClr val="E46962"/>
          </p15:clr>
        </p15:guide>
        <p15:guide id="2" orient="horz" pos="2808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_pattern">
  <p:cSld name="CUSTOM_1"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1"/>
          <p:cNvSpPr/>
          <p:nvPr/>
        </p:nvSpPr>
        <p:spPr>
          <a:xfrm>
            <a:off x="4617375" y="89400"/>
            <a:ext cx="4437000" cy="4963500"/>
          </a:xfrm>
          <a:prstGeom prst="roundRect">
            <a:avLst>
              <a:gd fmla="val 3509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81"/>
          <p:cNvPicPr preferRelativeResize="0"/>
          <p:nvPr/>
        </p:nvPicPr>
        <p:blipFill rotWithShape="1">
          <a:blip r:embed="rId2">
            <a:alphaModFix/>
          </a:blip>
          <a:srcRect b="2343" l="42670" r="12484" t="8479"/>
          <a:stretch/>
        </p:blipFill>
        <p:spPr>
          <a:xfrm flipH="1" rot="10800000">
            <a:off x="90050" y="89700"/>
            <a:ext cx="4437000" cy="4962900"/>
          </a:xfrm>
          <a:prstGeom prst="roundRect">
            <a:avLst>
              <a:gd fmla="val 5195" name="adj"/>
            </a:avLst>
          </a:prstGeom>
          <a:noFill/>
          <a:ln>
            <a:noFill/>
          </a:ln>
        </p:spPr>
      </p:pic>
      <p:sp>
        <p:nvSpPr>
          <p:cNvPr id="97" name="Google Shape;97;p1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77">
          <p15:clr>
            <a:srgbClr val="E46962"/>
          </p15:clr>
        </p15:guide>
        <p15:guide id="2" pos="57">
          <p15:clr>
            <a:srgbClr val="E46962"/>
          </p15:clr>
        </p15:guide>
        <p15:guide id="3" orient="horz" pos="56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1/3_Block">
  <p:cSld name="CUSTOM_2_2_1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2"/>
          <p:cNvSpPr/>
          <p:nvPr>
            <p:ph idx="2" type="pic"/>
          </p:nvPr>
        </p:nvSpPr>
        <p:spPr>
          <a:xfrm>
            <a:off x="98875" y="90275"/>
            <a:ext cx="4437000" cy="4962900"/>
          </a:xfrm>
          <a:prstGeom prst="roundRect">
            <a:avLst>
              <a:gd fmla="val 3928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00" name="Google Shape;100;p182"/>
          <p:cNvSpPr/>
          <p:nvPr/>
        </p:nvSpPr>
        <p:spPr>
          <a:xfrm>
            <a:off x="4617000" y="90000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01" name="Google Shape;101;p182"/>
          <p:cNvSpPr/>
          <p:nvPr/>
        </p:nvSpPr>
        <p:spPr>
          <a:xfrm>
            <a:off x="4617000" y="3458675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02" name="Google Shape;102;p182"/>
          <p:cNvSpPr/>
          <p:nvPr/>
        </p:nvSpPr>
        <p:spPr>
          <a:xfrm>
            <a:off x="4617000" y="1774338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03" name="Google Shape;103;p1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57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ock 1/3_Block">
  <p:cSld name="CUSTOM_1_1_2"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3"/>
          <p:cNvSpPr/>
          <p:nvPr/>
        </p:nvSpPr>
        <p:spPr>
          <a:xfrm>
            <a:off x="4617000" y="90000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06" name="Google Shape;106;p183"/>
          <p:cNvSpPr/>
          <p:nvPr/>
        </p:nvSpPr>
        <p:spPr>
          <a:xfrm>
            <a:off x="4617000" y="3458675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07" name="Google Shape;107;p183"/>
          <p:cNvSpPr/>
          <p:nvPr/>
        </p:nvSpPr>
        <p:spPr>
          <a:xfrm>
            <a:off x="4617000" y="1774338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108" name="Google Shape;108;p183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109" name="Google Shape;109;p18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620">
          <p15:clr>
            <a:srgbClr val="E46962"/>
          </p15:clr>
        </p15:guide>
        <p15:guide id="5" orient="horz" pos="3183">
          <p15:clr>
            <a:srgbClr val="E46962"/>
          </p15:clr>
        </p15:guide>
        <p15:guide id="6" pos="59">
          <p15:clr>
            <a:srgbClr val="E46962"/>
          </p15:clr>
        </p15:guide>
        <p15:guide id="7" pos="2908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ock 1/3_Block 1">
  <p:cSld name="CUSTOM_1_1_2_3"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4"/>
          <p:cNvSpPr/>
          <p:nvPr/>
        </p:nvSpPr>
        <p:spPr>
          <a:xfrm>
            <a:off x="4617038" y="90137"/>
            <a:ext cx="4437000" cy="1168500"/>
          </a:xfrm>
          <a:prstGeom prst="roundRect">
            <a:avLst>
              <a:gd fmla="val 12452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12" name="Google Shape;112;p184"/>
          <p:cNvSpPr/>
          <p:nvPr/>
        </p:nvSpPr>
        <p:spPr>
          <a:xfrm>
            <a:off x="4617038" y="2619141"/>
            <a:ext cx="4437000" cy="1168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13" name="Google Shape;113;p184"/>
          <p:cNvSpPr/>
          <p:nvPr/>
        </p:nvSpPr>
        <p:spPr>
          <a:xfrm>
            <a:off x="4617038" y="3884868"/>
            <a:ext cx="4437000" cy="1168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14" name="Google Shape;114;p184"/>
          <p:cNvSpPr/>
          <p:nvPr/>
        </p:nvSpPr>
        <p:spPr>
          <a:xfrm>
            <a:off x="4617038" y="1353437"/>
            <a:ext cx="4437000" cy="1168500"/>
          </a:xfrm>
          <a:prstGeom prst="roundRect">
            <a:avLst>
              <a:gd fmla="val 12452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115" name="Google Shape;115;p184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116" name="Google Shape;116;p1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620">
          <p15:clr>
            <a:srgbClr val="E46962"/>
          </p15:clr>
        </p15:guide>
        <p15:guide id="5" orient="horz" pos="3183">
          <p15:clr>
            <a:srgbClr val="E46962"/>
          </p15:clr>
        </p15:guide>
        <p15:guide id="6" pos="59">
          <p15:clr>
            <a:srgbClr val="E46962"/>
          </p15:clr>
        </p15:guide>
        <p15:guide id="7" pos="290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block">
  <p:cSld name="CUSTOM_1_1_2_2"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5"/>
          <p:cNvSpPr/>
          <p:nvPr/>
        </p:nvSpPr>
        <p:spPr>
          <a:xfrm>
            <a:off x="4617000" y="90000"/>
            <a:ext cx="4437000" cy="909600"/>
          </a:xfrm>
          <a:prstGeom prst="roundRect">
            <a:avLst>
              <a:gd fmla="val 14765" name="adj"/>
            </a:avLst>
          </a:prstGeom>
          <a:solidFill>
            <a:srgbClr val="096C6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19" name="Google Shape;119;p185"/>
          <p:cNvSpPr/>
          <p:nvPr/>
        </p:nvSpPr>
        <p:spPr>
          <a:xfrm>
            <a:off x="4617000" y="4112700"/>
            <a:ext cx="4437000" cy="909600"/>
          </a:xfrm>
          <a:prstGeom prst="roundRect">
            <a:avLst>
              <a:gd fmla="val 14149" name="adj"/>
            </a:avLst>
          </a:prstGeom>
          <a:solidFill>
            <a:srgbClr val="E7FEE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20" name="Google Shape;120;p185"/>
          <p:cNvSpPr/>
          <p:nvPr/>
        </p:nvSpPr>
        <p:spPr>
          <a:xfrm>
            <a:off x="4617000" y="2101350"/>
            <a:ext cx="4437000" cy="909600"/>
          </a:xfrm>
          <a:prstGeom prst="roundRect">
            <a:avLst>
              <a:gd fmla="val 16612" name="adj"/>
            </a:avLst>
          </a:prstGeom>
          <a:solidFill>
            <a:srgbClr val="57F0B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21" name="Google Shape;121;p185"/>
          <p:cNvSpPr/>
          <p:nvPr/>
        </p:nvSpPr>
        <p:spPr>
          <a:xfrm>
            <a:off x="4617000" y="1095675"/>
            <a:ext cx="4437000" cy="909600"/>
          </a:xfrm>
          <a:prstGeom prst="roundRect">
            <a:avLst>
              <a:gd fmla="val 15996" name="adj"/>
            </a:avLst>
          </a:prstGeom>
          <a:solidFill>
            <a:srgbClr val="19C59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22" name="Google Shape;122;p185"/>
          <p:cNvSpPr/>
          <p:nvPr/>
        </p:nvSpPr>
        <p:spPr>
          <a:xfrm>
            <a:off x="4617000" y="3107025"/>
            <a:ext cx="4437000" cy="909600"/>
          </a:xfrm>
          <a:prstGeom prst="roundRect">
            <a:avLst>
              <a:gd fmla="val 16612" name="adj"/>
            </a:avLst>
          </a:prstGeom>
          <a:solidFill>
            <a:srgbClr val="A6FCC8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123" name="Google Shape;123;p185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124" name="Google Shape;124;p1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9">
          <p15:clr>
            <a:srgbClr val="E46962"/>
          </p15:clr>
        </p15:guide>
        <p15:guide id="5" pos="290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3 block">
  <p:cSld name="CUSTOM_1_1_2_2_1"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6"/>
          <p:cNvSpPr/>
          <p:nvPr/>
        </p:nvSpPr>
        <p:spPr>
          <a:xfrm>
            <a:off x="4617000" y="90000"/>
            <a:ext cx="4437000" cy="909600"/>
          </a:xfrm>
          <a:prstGeom prst="roundRect">
            <a:avLst>
              <a:gd fmla="val 17741" name="adj"/>
            </a:avLst>
          </a:prstGeom>
          <a:solidFill>
            <a:srgbClr val="096C6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27" name="Google Shape;127;p186"/>
          <p:cNvSpPr/>
          <p:nvPr/>
        </p:nvSpPr>
        <p:spPr>
          <a:xfrm>
            <a:off x="4617000" y="2108300"/>
            <a:ext cx="4437000" cy="2944800"/>
          </a:xfrm>
          <a:prstGeom prst="roundRect">
            <a:avLst>
              <a:gd fmla="val 7367" name="adj"/>
            </a:avLst>
          </a:prstGeom>
          <a:solidFill>
            <a:srgbClr val="E7FEE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28" name="Google Shape;128;p186"/>
          <p:cNvSpPr/>
          <p:nvPr/>
        </p:nvSpPr>
        <p:spPr>
          <a:xfrm>
            <a:off x="4617000" y="1099150"/>
            <a:ext cx="4437000" cy="909600"/>
          </a:xfrm>
          <a:prstGeom prst="roundRect">
            <a:avLst>
              <a:gd fmla="val 16612" name="adj"/>
            </a:avLst>
          </a:prstGeom>
          <a:solidFill>
            <a:srgbClr val="57F0B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129" name="Google Shape;129;p186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130" name="Google Shape;130;p1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318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9">
          <p15:clr>
            <a:srgbClr val="E46962"/>
          </p15:clr>
        </p15:guide>
        <p15:guide id="5" pos="3057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6 block 1 1">
  <p:cSld name="CUSTOM_1_1_2_1_1_3"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87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4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133" name="Google Shape;133;p187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34" name="Google Shape;134;p187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E5E2FA"/>
              </a:highlight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35" name="Google Shape;135;p187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36" name="Google Shape;136;p187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37" name="Google Shape;137;p187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38" name="Google Shape;138;p187"/>
          <p:cNvSpPr/>
          <p:nvPr/>
        </p:nvSpPr>
        <p:spPr>
          <a:xfrm>
            <a:off x="6896925" y="34599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39" name="Google Shape;139;p1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736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620">
          <p15:clr>
            <a:srgbClr val="E46962"/>
          </p15:clr>
        </p15:guide>
        <p15:guide id="5" orient="horz" pos="3183">
          <p15:clr>
            <a:srgbClr val="E46962"/>
          </p15:clr>
        </p15:guide>
        <p15:guide id="6" pos="59">
          <p15:clr>
            <a:srgbClr val="E46962"/>
          </p15:clr>
        </p15:guide>
        <p15:guide id="7" pos="2908">
          <p15:clr>
            <a:srgbClr val="E46962"/>
          </p15:clr>
        </p15:guide>
        <p15:guide id="8" pos="5698">
          <p15:clr>
            <a:srgbClr val="E46962"/>
          </p15:clr>
        </p15:guide>
        <p15:guide id="9" pos="4283">
          <p15:clr>
            <a:srgbClr val="E46962"/>
          </p15:clr>
        </p15:guide>
        <p15:guide id="10" pos="4329">
          <p15:clr>
            <a:srgbClr val="E46962"/>
          </p15:clr>
        </p15:guide>
        <p15:guide id="11" orient="horz" pos="57">
          <p15:clr>
            <a:srgbClr val="E46962"/>
          </p15:clr>
        </p15:guide>
        <p15:guide id="12" orient="horz" pos="1113">
          <p15:clr>
            <a:srgbClr val="E46962"/>
          </p15:clr>
        </p15:guide>
        <p15:guide id="13" orient="horz" pos="2179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color block">
  <p:cSld name="CUSTOM_1_1_2_1_1_1"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8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42" name="Google Shape;142;p188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FDD3D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43" name="Google Shape;143;p188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44" name="Google Shape;144;p188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45" name="Google Shape;145;p188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FFF7C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146" name="Google Shape;146;p188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810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147" name="Google Shape;147;p1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620">
          <p15:clr>
            <a:srgbClr val="E46962"/>
          </p15:clr>
        </p15:guide>
        <p15:guide id="5" orient="horz" pos="3183">
          <p15:clr>
            <a:srgbClr val="E46962"/>
          </p15:clr>
        </p15:guide>
        <p15:guide id="6" pos="62">
          <p15:clr>
            <a:srgbClr val="E46962"/>
          </p15:clr>
        </p15:guide>
        <p15:guide id="7" pos="2919">
          <p15:clr>
            <a:srgbClr val="E46962"/>
          </p15:clr>
        </p15:guide>
        <p15:guide id="8" pos="5698">
          <p15:clr>
            <a:srgbClr val="E46962"/>
          </p15:clr>
        </p15:guide>
        <p15:guide id="9" pos="4283">
          <p15:clr>
            <a:srgbClr val="E46962"/>
          </p15:clr>
        </p15:guide>
        <p15:guide id="10" pos="4345">
          <p15:clr>
            <a:srgbClr val="E46962"/>
          </p15:clr>
        </p15:guide>
        <p15:guide id="11" orient="horz" pos="57">
          <p15:clr>
            <a:srgbClr val="E46962"/>
          </p15:clr>
        </p15:guide>
        <p15:guide id="12" orient="horz" pos="1123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color block">
  <p:cSld name="CUSTOM_1_1_2_1_1_2"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9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150" name="Google Shape;150;p189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51" name="Google Shape;151;p189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E5E2F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E5E2FA"/>
              </a:highlight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52" name="Google Shape;152;p189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53" name="Google Shape;153;p189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54" name="Google Shape;154;p189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55" name="Google Shape;155;p1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620">
          <p15:clr>
            <a:srgbClr val="E46962"/>
          </p15:clr>
        </p15:guide>
        <p15:guide id="5" orient="horz" pos="3178">
          <p15:clr>
            <a:srgbClr val="E46962"/>
          </p15:clr>
        </p15:guide>
        <p15:guide id="6" pos="59">
          <p15:clr>
            <a:srgbClr val="E46962"/>
          </p15:clr>
        </p15:guide>
        <p15:guide id="7" pos="2908">
          <p15:clr>
            <a:srgbClr val="E46962"/>
          </p15:clr>
        </p15:guide>
        <p15:guide id="8" pos="5698">
          <p15:clr>
            <a:srgbClr val="E46962"/>
          </p15:clr>
        </p15:guide>
        <p15:guide id="9" pos="4283">
          <p15:clr>
            <a:srgbClr val="E46962"/>
          </p15:clr>
        </p15:guide>
        <p15:guide id="10" pos="4345">
          <p15:clr>
            <a:srgbClr val="E46962"/>
          </p15:clr>
        </p15:guide>
        <p15:guide id="11" orient="horz" pos="57">
          <p15:clr>
            <a:srgbClr val="E46962"/>
          </p15:clr>
        </p15:guide>
        <p15:guide id="12" orient="horz" pos="1123">
          <p15:clr>
            <a:srgbClr val="E46962"/>
          </p15:clr>
        </p15:guide>
        <p15:guide id="13" pos="2920">
          <p15:clr>
            <a:srgbClr val="E46962"/>
          </p15:clr>
        </p15:guide>
        <p15:guide id="14" orient="horz" pos="2180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Blocks | Light theme">
  <p:cSld name="TITLE_1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0"/>
          <p:cNvSpPr/>
          <p:nvPr/>
        </p:nvSpPr>
        <p:spPr>
          <a:xfrm>
            <a:off x="486000" y="1052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58" name="Google Shape;158;p190"/>
          <p:cNvSpPr/>
          <p:nvPr/>
        </p:nvSpPr>
        <p:spPr>
          <a:xfrm>
            <a:off x="486000" y="2909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59" name="Google Shape;159;p190"/>
          <p:cNvSpPr/>
          <p:nvPr/>
        </p:nvSpPr>
        <p:spPr>
          <a:xfrm>
            <a:off x="4596300" y="1052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60" name="Google Shape;160;p190"/>
          <p:cNvSpPr/>
          <p:nvPr/>
        </p:nvSpPr>
        <p:spPr>
          <a:xfrm>
            <a:off x="4596300" y="2909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61" name="Google Shape;161;p19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06">
          <p15:clr>
            <a:srgbClr val="E46962"/>
          </p15:clr>
        </p15:guide>
        <p15:guide id="2" orient="horz" pos="2934">
          <p15:clr>
            <a:srgbClr val="E46962"/>
          </p15:clr>
        </p15:guide>
        <p15:guide id="3" orient="horz" pos="1734">
          <p15:clr>
            <a:srgbClr val="E46962"/>
          </p15:clr>
        </p15:guide>
        <p15:guide id="4" pos="2831">
          <p15:clr>
            <a:srgbClr val="E46962"/>
          </p15:clr>
        </p15:guide>
        <p15:guide id="5" pos="289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/2 block">
  <p:cSld name="CUSTOM_2_2_1_2"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1"/>
          <p:cNvSpPr/>
          <p:nvPr/>
        </p:nvSpPr>
        <p:spPr>
          <a:xfrm>
            <a:off x="4633950" y="90000"/>
            <a:ext cx="4420200" cy="1751400"/>
          </a:xfrm>
          <a:prstGeom prst="roundRect">
            <a:avLst>
              <a:gd fmla="val 8308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1"/>
          <p:cNvSpPr/>
          <p:nvPr/>
        </p:nvSpPr>
        <p:spPr>
          <a:xfrm>
            <a:off x="4633800" y="1939500"/>
            <a:ext cx="4420200" cy="3114300"/>
          </a:xfrm>
          <a:prstGeom prst="roundRect">
            <a:avLst>
              <a:gd fmla="val 5450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1"/>
          <p:cNvSpPr/>
          <p:nvPr>
            <p:ph idx="2" type="pic"/>
          </p:nvPr>
        </p:nvSpPr>
        <p:spPr>
          <a:xfrm>
            <a:off x="98850" y="90300"/>
            <a:ext cx="4437000" cy="4962900"/>
          </a:xfrm>
          <a:prstGeom prst="roundRect">
            <a:avLst>
              <a:gd fmla="val 4057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66" name="Google Shape;166;p1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57">
          <p15:clr>
            <a:srgbClr val="E46962"/>
          </p15:clr>
        </p15:guide>
        <p15:guide id="3" pos="2919">
          <p15:clr>
            <a:srgbClr val="E46962"/>
          </p15:clr>
        </p15:guide>
        <p15:guide id="4" orient="horz" pos="1222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1 photo 1 block">
  <p:cSld name="CUSTOM_1_1_3">
    <p:bg>
      <p:bgPr>
        <a:solidFill>
          <a:schemeClr val="l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2"/>
          <p:cNvSpPr/>
          <p:nvPr>
            <p:ph idx="2" type="pic"/>
          </p:nvPr>
        </p:nvSpPr>
        <p:spPr>
          <a:xfrm>
            <a:off x="4629550" y="90000"/>
            <a:ext cx="4422000" cy="2481900"/>
          </a:xfrm>
          <a:prstGeom prst="roundRect">
            <a:avLst>
              <a:gd fmla="val 5831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69" name="Google Shape;169;p192"/>
          <p:cNvSpPr/>
          <p:nvPr/>
        </p:nvSpPr>
        <p:spPr>
          <a:xfrm>
            <a:off x="4629550" y="2673300"/>
            <a:ext cx="4422000" cy="2380500"/>
          </a:xfrm>
          <a:prstGeom prst="roundRect">
            <a:avLst>
              <a:gd fmla="val 5450" name="adj"/>
            </a:avLst>
          </a:prstGeom>
          <a:solidFill>
            <a:srgbClr val="130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92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171" name="Google Shape;171;p19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450">
          <p15:clr>
            <a:srgbClr val="E46962"/>
          </p15:clr>
        </p15:guide>
        <p15:guide id="5" orient="horz" pos="3183">
          <p15:clr>
            <a:srgbClr val="E46962"/>
          </p15:clr>
        </p15:guide>
        <p15:guide id="6" pos="59">
          <p15:clr>
            <a:srgbClr val="E46962"/>
          </p15:clr>
        </p15:guide>
        <p15:guide id="7" pos="2892">
          <p15:clr>
            <a:srgbClr val="E46962"/>
          </p15:clr>
        </p15:guide>
        <p15:guide id="8" pos="5702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1 block 1 photo">
  <p:cSld name="CUSTOM_1_1_1"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3"/>
          <p:cNvSpPr/>
          <p:nvPr/>
        </p:nvSpPr>
        <p:spPr>
          <a:xfrm>
            <a:off x="4629550" y="89700"/>
            <a:ext cx="4415700" cy="1466700"/>
          </a:xfrm>
          <a:prstGeom prst="roundRect">
            <a:avLst>
              <a:gd fmla="val 10960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3"/>
          <p:cNvSpPr/>
          <p:nvPr>
            <p:ph idx="2" type="pic"/>
          </p:nvPr>
        </p:nvSpPr>
        <p:spPr>
          <a:xfrm>
            <a:off x="4629550" y="1650000"/>
            <a:ext cx="4420200" cy="3402900"/>
          </a:xfrm>
          <a:prstGeom prst="roundRect">
            <a:avLst>
              <a:gd fmla="val 4758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175" name="Google Shape;175;p193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176" name="Google Shape;176;p19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77">
          <p15:clr>
            <a:srgbClr val="E46962"/>
          </p15:clr>
        </p15:guide>
        <p15:guide id="2" pos="59">
          <p15:clr>
            <a:srgbClr val="E46962"/>
          </p15:clr>
        </p15:guide>
        <p15:guide id="3" pos="5698">
          <p15:clr>
            <a:srgbClr val="E46962"/>
          </p15:clr>
        </p15:guide>
        <p15:guide id="4" pos="2916">
          <p15:clr>
            <a:srgbClr val="E46962"/>
          </p15:clr>
        </p15:guide>
        <p15:guide id="5" orient="horz" pos="3183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">
  <p:cSld name="CUSTOM_2_2_2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4"/>
          <p:cNvSpPr/>
          <p:nvPr>
            <p:ph idx="2" type="pic"/>
          </p:nvPr>
        </p:nvSpPr>
        <p:spPr>
          <a:xfrm>
            <a:off x="4628950" y="90300"/>
            <a:ext cx="44250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79" name="Google Shape;179;p194"/>
          <p:cNvSpPr/>
          <p:nvPr>
            <p:ph idx="3" type="pic"/>
          </p:nvPr>
        </p:nvSpPr>
        <p:spPr>
          <a:xfrm>
            <a:off x="4628950" y="2625750"/>
            <a:ext cx="4425000" cy="2427900"/>
          </a:xfrm>
          <a:prstGeom prst="roundRect">
            <a:avLst>
              <a:gd fmla="val 6307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180" name="Google Shape;180;p194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181" name="Google Shape;181;p19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318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orient="horz" pos="1464">
          <p15:clr>
            <a:srgbClr val="E46962"/>
          </p15:clr>
        </p15:guide>
        <p15:guide id="5" pos="2916">
          <p15:clr>
            <a:srgbClr val="E46962"/>
          </p15:clr>
        </p15:guide>
        <p15:guide id="6" pos="5703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 1">
  <p:cSld name="CUSTOM_2_2_2_1"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5"/>
          <p:cNvSpPr/>
          <p:nvPr>
            <p:ph idx="2" type="pic"/>
          </p:nvPr>
        </p:nvSpPr>
        <p:spPr>
          <a:xfrm>
            <a:off x="4628950" y="89850"/>
            <a:ext cx="22146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84" name="Google Shape;184;p195"/>
          <p:cNvSpPr/>
          <p:nvPr>
            <p:ph idx="3" type="pic"/>
          </p:nvPr>
        </p:nvSpPr>
        <p:spPr>
          <a:xfrm>
            <a:off x="6942600" y="89850"/>
            <a:ext cx="21033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85" name="Google Shape;185;p195"/>
          <p:cNvSpPr/>
          <p:nvPr>
            <p:ph idx="4" type="pic"/>
          </p:nvPr>
        </p:nvSpPr>
        <p:spPr>
          <a:xfrm>
            <a:off x="4629000" y="2625750"/>
            <a:ext cx="2214600" cy="2427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86" name="Google Shape;186;p195"/>
          <p:cNvSpPr/>
          <p:nvPr>
            <p:ph idx="5" type="pic"/>
          </p:nvPr>
        </p:nvSpPr>
        <p:spPr>
          <a:xfrm>
            <a:off x="6942600" y="2625750"/>
            <a:ext cx="2103300" cy="2427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187" name="Google Shape;187;p195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188" name="Google Shape;188;p19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318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698">
          <p15:clr>
            <a:srgbClr val="E46962"/>
          </p15:clr>
        </p15:guide>
        <p15:guide id="5" pos="2916">
          <p15:clr>
            <a:srgbClr val="E46962"/>
          </p15:clr>
        </p15:guide>
        <p15:guide id="6" pos="4373">
          <p15:clr>
            <a:srgbClr val="E46962"/>
          </p15:clr>
        </p15:guide>
        <p15:guide id="7" orient="horz" pos="165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peakers">
  <p:cSld name="CUSTOM_2_2_2_1_2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-2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6"/>
          <p:cNvSpPr/>
          <p:nvPr>
            <p:ph idx="2" type="pic"/>
          </p:nvPr>
        </p:nvSpPr>
        <p:spPr>
          <a:xfrm>
            <a:off x="2606843" y="1571550"/>
            <a:ext cx="1916100" cy="2108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92" name="Google Shape;192;p196"/>
          <p:cNvSpPr/>
          <p:nvPr>
            <p:ph idx="3" type="pic"/>
          </p:nvPr>
        </p:nvSpPr>
        <p:spPr>
          <a:xfrm>
            <a:off x="6635260" y="1571550"/>
            <a:ext cx="1819800" cy="2108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93" name="Google Shape;193;p196"/>
          <p:cNvSpPr/>
          <p:nvPr>
            <p:ph idx="4" type="pic"/>
          </p:nvPr>
        </p:nvSpPr>
        <p:spPr>
          <a:xfrm>
            <a:off x="4621057" y="1575443"/>
            <a:ext cx="1916100" cy="210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94" name="Google Shape;194;p196"/>
          <p:cNvSpPr/>
          <p:nvPr>
            <p:ph idx="5" type="pic"/>
          </p:nvPr>
        </p:nvSpPr>
        <p:spPr>
          <a:xfrm>
            <a:off x="688950" y="1575443"/>
            <a:ext cx="1819800" cy="210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95" name="Google Shape;195;p1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318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698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 1 1">
  <p:cSld name="CUSTOM_2_2_2_1_1">
    <p:bg>
      <p:bgPr>
        <a:solidFill>
          <a:schemeClr val="l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7"/>
          <p:cNvSpPr/>
          <p:nvPr>
            <p:ph idx="2" type="pic"/>
          </p:nvPr>
        </p:nvSpPr>
        <p:spPr>
          <a:xfrm>
            <a:off x="4617000" y="89850"/>
            <a:ext cx="2208900" cy="2436900"/>
          </a:xfrm>
          <a:prstGeom prst="roundRect">
            <a:avLst>
              <a:gd fmla="val 8010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98" name="Google Shape;198;p197"/>
          <p:cNvSpPr/>
          <p:nvPr>
            <p:ph idx="3" type="pic"/>
          </p:nvPr>
        </p:nvSpPr>
        <p:spPr>
          <a:xfrm>
            <a:off x="6924900" y="89850"/>
            <a:ext cx="2121000" cy="2436900"/>
          </a:xfrm>
          <a:prstGeom prst="roundRect">
            <a:avLst>
              <a:gd fmla="val 8288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99" name="Google Shape;199;p197"/>
          <p:cNvSpPr/>
          <p:nvPr>
            <p:ph idx="4" type="pic"/>
          </p:nvPr>
        </p:nvSpPr>
        <p:spPr>
          <a:xfrm>
            <a:off x="4617000" y="2626200"/>
            <a:ext cx="4428900" cy="2427300"/>
          </a:xfrm>
          <a:prstGeom prst="roundRect">
            <a:avLst>
              <a:gd fmla="val 7993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200" name="Google Shape;200;p197"/>
          <p:cNvSpPr/>
          <p:nvPr>
            <p:ph idx="5" type="pic"/>
          </p:nvPr>
        </p:nvSpPr>
        <p:spPr>
          <a:xfrm>
            <a:off x="98925" y="2626350"/>
            <a:ext cx="2208900" cy="2427300"/>
          </a:xfrm>
          <a:prstGeom prst="roundRect">
            <a:avLst>
              <a:gd fmla="val 8833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201" name="Google Shape;201;p197"/>
          <p:cNvSpPr/>
          <p:nvPr>
            <p:ph idx="6" type="pic"/>
          </p:nvPr>
        </p:nvSpPr>
        <p:spPr>
          <a:xfrm>
            <a:off x="2406825" y="2626350"/>
            <a:ext cx="2111100" cy="2427300"/>
          </a:xfrm>
          <a:prstGeom prst="roundRect">
            <a:avLst>
              <a:gd fmla="val 8376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202" name="Google Shape;202;p197"/>
          <p:cNvSpPr/>
          <p:nvPr>
            <p:ph idx="7" type="pic"/>
          </p:nvPr>
        </p:nvSpPr>
        <p:spPr>
          <a:xfrm>
            <a:off x="98925" y="89850"/>
            <a:ext cx="4419000" cy="2436900"/>
          </a:xfrm>
          <a:prstGeom prst="roundRect">
            <a:avLst>
              <a:gd fmla="val 7734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203" name="Google Shape;203;p19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318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698">
          <p15:clr>
            <a:srgbClr val="E46962"/>
          </p15:clr>
        </p15:guide>
        <p15:guide id="5" orient="horz" pos="1592">
          <p15:clr>
            <a:srgbClr val="E46962"/>
          </p15:clr>
        </p15:guide>
        <p15:guide id="6" pos="2846">
          <p15:clr>
            <a:srgbClr val="E46962"/>
          </p15:clr>
        </p15:guide>
        <p15:guide id="7" orient="horz" pos="1654">
          <p15:clr>
            <a:srgbClr val="E46962"/>
          </p15:clr>
        </p15:guide>
        <p15:guide id="8" pos="2908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Left corner 1">
  <p:cSld name="BLANK_1_1_1_2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98"/>
          <p:cNvPicPr preferRelativeResize="0"/>
          <p:nvPr/>
        </p:nvPicPr>
        <p:blipFill rotWithShape="1">
          <a:blip r:embed="rId2">
            <a:alphaModFix amt="75000"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8"/>
          <p:cNvSpPr txBox="1"/>
          <p:nvPr/>
        </p:nvSpPr>
        <p:spPr>
          <a:xfrm rot="-5400000">
            <a:off x="7400100" y="29898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509F"/>
                </a:solidFill>
                <a:latin typeface="Anek Latin"/>
                <a:ea typeface="Anek Latin"/>
                <a:cs typeface="Anek Latin"/>
                <a:sym typeface="Anek Latin"/>
              </a:rPr>
              <a:t>Confidential, for internal company use only</a:t>
            </a:r>
            <a:endParaRPr b="0" i="0" sz="800" u="none" cap="none" strike="noStrike">
              <a:solidFill>
                <a:srgbClr val="59509F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207" name="Google Shape;207;p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7">
          <p15:clr>
            <a:srgbClr val="E46962"/>
          </p15:clr>
        </p15:guide>
        <p15:guide id="2" orient="horz" pos="3185">
          <p15:clr>
            <a:srgbClr val="E46962"/>
          </p15:clr>
        </p15:guide>
        <p15:guide id="3" orient="horz" pos="55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Right corner 2">
  <p:cSld name="BLANK_1_1_2_3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Right corner 1 1">
  <p:cSld name="BLANK_1_1_2_2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0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big dark blue info block 1">
  <p:cSld name="BLANK_1_1_2_1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1"/>
          <p:cNvSpPr/>
          <p:nvPr/>
        </p:nvSpPr>
        <p:spPr>
          <a:xfrm>
            <a:off x="571950" y="1850250"/>
            <a:ext cx="8033400" cy="27174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18" name="Google Shape;218;p2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COLOR ">
  <p:cSld name="TITLE_AND_BODY_1_1">
    <p:bg>
      <p:bgPr>
        <a:solidFill>
          <a:schemeClr val="l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0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pattern 1">
  <p:cSld name="BLANK_1_1_3_3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 blocks | Dark blue 1">
  <p:cSld name="BLANK_1_1_3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4"/>
          <p:cNvSpPr/>
          <p:nvPr/>
        </p:nvSpPr>
        <p:spPr>
          <a:xfrm>
            <a:off x="616224" y="15438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28" name="Google Shape;228;p204"/>
          <p:cNvSpPr/>
          <p:nvPr/>
        </p:nvSpPr>
        <p:spPr>
          <a:xfrm>
            <a:off x="616224" y="24027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29" name="Google Shape;229;p204"/>
          <p:cNvSpPr/>
          <p:nvPr/>
        </p:nvSpPr>
        <p:spPr>
          <a:xfrm>
            <a:off x="616224" y="32616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30" name="Google Shape;230;p204"/>
          <p:cNvSpPr/>
          <p:nvPr/>
        </p:nvSpPr>
        <p:spPr>
          <a:xfrm>
            <a:off x="4621931" y="15438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31" name="Google Shape;231;p204"/>
          <p:cNvSpPr/>
          <p:nvPr/>
        </p:nvSpPr>
        <p:spPr>
          <a:xfrm>
            <a:off x="4621931" y="24027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32" name="Google Shape;232;p204"/>
          <p:cNvSpPr/>
          <p:nvPr/>
        </p:nvSpPr>
        <p:spPr>
          <a:xfrm>
            <a:off x="4621931" y="32616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33" name="Google Shape;233;p20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attern 1">
  <p:cSld name="CUSTOM_2_2_4">
    <p:bg>
      <p:bgPr>
        <a:solidFill>
          <a:schemeClr val="l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5"/>
          <p:cNvSpPr/>
          <p:nvPr/>
        </p:nvSpPr>
        <p:spPr>
          <a:xfrm>
            <a:off x="96550" y="90000"/>
            <a:ext cx="4430400" cy="4963500"/>
          </a:xfrm>
          <a:prstGeom prst="roundRect">
            <a:avLst>
              <a:gd fmla="val 3267" name="adj"/>
            </a:avLst>
          </a:prstGeom>
          <a:solidFill>
            <a:srgbClr val="130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205"/>
          <p:cNvPicPr preferRelativeResize="0"/>
          <p:nvPr/>
        </p:nvPicPr>
        <p:blipFill rotWithShape="1">
          <a:blip r:embed="rId2">
            <a:alphaModFix/>
          </a:blip>
          <a:srcRect b="0" l="-147" r="1827" t="0"/>
          <a:stretch/>
        </p:blipFill>
        <p:spPr>
          <a:xfrm>
            <a:off x="9000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237" name="Google Shape;237;p205"/>
          <p:cNvSpPr/>
          <p:nvPr/>
        </p:nvSpPr>
        <p:spPr>
          <a:xfrm>
            <a:off x="4617000" y="90300"/>
            <a:ext cx="4437000" cy="2458200"/>
          </a:xfrm>
          <a:prstGeom prst="roundRect">
            <a:avLst>
              <a:gd fmla="val 5971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5"/>
          <p:cNvSpPr/>
          <p:nvPr/>
        </p:nvSpPr>
        <p:spPr>
          <a:xfrm>
            <a:off x="4617000" y="2634400"/>
            <a:ext cx="4437000" cy="2419200"/>
          </a:xfrm>
          <a:prstGeom prst="roundRect">
            <a:avLst>
              <a:gd fmla="val 5971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 profile 1">
  <p:cSld name="CUSTOM_2_2_3_1">
    <p:bg>
      <p:bgPr>
        <a:solidFill>
          <a:schemeClr val="lt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6"/>
          <p:cNvSpPr/>
          <p:nvPr/>
        </p:nvSpPr>
        <p:spPr>
          <a:xfrm>
            <a:off x="4617000" y="3619500"/>
            <a:ext cx="4437000" cy="1434300"/>
          </a:xfrm>
          <a:prstGeom prst="roundRect">
            <a:avLst>
              <a:gd fmla="val 10622" name="adj"/>
            </a:avLst>
          </a:prstGeom>
          <a:solidFill>
            <a:srgbClr val="E5E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6"/>
          <p:cNvSpPr/>
          <p:nvPr>
            <p:ph idx="2" type="pic"/>
          </p:nvPr>
        </p:nvSpPr>
        <p:spPr>
          <a:xfrm>
            <a:off x="4617000" y="90300"/>
            <a:ext cx="4437000" cy="3439200"/>
          </a:xfrm>
          <a:prstGeom prst="roundRect">
            <a:avLst>
              <a:gd fmla="val 5230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243" name="Google Shape;243;p206"/>
          <p:cNvSpPr txBox="1"/>
          <p:nvPr/>
        </p:nvSpPr>
        <p:spPr>
          <a:xfrm>
            <a:off x="535175" y="3532175"/>
            <a:ext cx="3465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34250" spcFirstLastPara="1" rIns="342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4A5D5"/>
              </a:buClr>
              <a:buSzPts val="30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244" name="Google Shape;244;p2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4650" y="462600"/>
            <a:ext cx="1257500" cy="40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6"/>
          <p:cNvPicPr preferRelativeResize="0"/>
          <p:nvPr/>
        </p:nvPicPr>
        <p:blipFill rotWithShape="1">
          <a:blip r:embed="rId3">
            <a:alphaModFix/>
          </a:blip>
          <a:srcRect b="2626" l="24297" r="28169" t="2854"/>
          <a:stretch/>
        </p:blipFill>
        <p:spPr>
          <a:xfrm flipH="1" rot="10800000">
            <a:off x="834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246" name="Google Shape;246;p20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 1">
  <p:cSld name="SECTION_HEADER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7"/>
          <p:cNvSpPr/>
          <p:nvPr/>
        </p:nvSpPr>
        <p:spPr>
          <a:xfrm>
            <a:off x="90725" y="1002925"/>
            <a:ext cx="8964900" cy="4052100"/>
          </a:xfrm>
          <a:prstGeom prst="roundRect">
            <a:avLst>
              <a:gd fmla="val 4002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1800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30F35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249" name="Google Shape;249;p207"/>
          <p:cNvSpPr/>
          <p:nvPr>
            <p:ph idx="2" type="pic"/>
          </p:nvPr>
        </p:nvSpPr>
        <p:spPr>
          <a:xfrm>
            <a:off x="87925" y="1003475"/>
            <a:ext cx="8964900" cy="405210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sp>
      <p:sp>
        <p:nvSpPr>
          <p:cNvPr id="250" name="Google Shape;250;p20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_pattern 1">
  <p:cSld name="CUSTOM_1_1"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8"/>
          <p:cNvSpPr/>
          <p:nvPr/>
        </p:nvSpPr>
        <p:spPr>
          <a:xfrm>
            <a:off x="4617375" y="89400"/>
            <a:ext cx="4437000" cy="4963500"/>
          </a:xfrm>
          <a:prstGeom prst="roundRect">
            <a:avLst>
              <a:gd fmla="val 3509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208"/>
          <p:cNvPicPr preferRelativeResize="0"/>
          <p:nvPr/>
        </p:nvPicPr>
        <p:blipFill rotWithShape="1">
          <a:blip r:embed="rId2">
            <a:alphaModFix/>
          </a:blip>
          <a:srcRect b="2626" l="24297" r="28169" t="2854"/>
          <a:stretch/>
        </p:blipFill>
        <p:spPr>
          <a:xfrm flipH="1" rot="10800000">
            <a:off x="834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254" name="Google Shape;254;p20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48">
          <p15:clr>
            <a:srgbClr val="E46962"/>
          </p15:clr>
        </p15:guide>
        <p15:guide id="2" orient="horz" pos="3183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1/3_Block 1">
  <p:cSld name="CUSTOM_2_2_1_1_1"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09"/>
          <p:cNvSpPr/>
          <p:nvPr>
            <p:ph idx="2" type="pic"/>
          </p:nvPr>
        </p:nvSpPr>
        <p:spPr>
          <a:xfrm>
            <a:off x="98875" y="90275"/>
            <a:ext cx="4437000" cy="4962900"/>
          </a:xfrm>
          <a:prstGeom prst="roundRect">
            <a:avLst>
              <a:gd fmla="val 3928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257" name="Google Shape;257;p209"/>
          <p:cNvSpPr/>
          <p:nvPr/>
        </p:nvSpPr>
        <p:spPr>
          <a:xfrm>
            <a:off x="4617000" y="90000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58" name="Google Shape;258;p209"/>
          <p:cNvSpPr/>
          <p:nvPr/>
        </p:nvSpPr>
        <p:spPr>
          <a:xfrm>
            <a:off x="4617000" y="3458675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59" name="Google Shape;259;p209"/>
          <p:cNvSpPr/>
          <p:nvPr/>
        </p:nvSpPr>
        <p:spPr>
          <a:xfrm>
            <a:off x="4617000" y="1774338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60" name="Google Shape;260;p20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ock 1/3_Block 2">
  <p:cSld name="CUSTOM_1_1_2_4">
    <p:bg>
      <p:bgPr>
        <a:solidFill>
          <a:schemeClr val="lt1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0"/>
          <p:cNvSpPr/>
          <p:nvPr/>
        </p:nvSpPr>
        <p:spPr>
          <a:xfrm>
            <a:off x="4617000" y="90000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63" name="Google Shape;263;p210"/>
          <p:cNvSpPr/>
          <p:nvPr/>
        </p:nvSpPr>
        <p:spPr>
          <a:xfrm>
            <a:off x="4617000" y="3458675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64" name="Google Shape;264;p210"/>
          <p:cNvSpPr/>
          <p:nvPr/>
        </p:nvSpPr>
        <p:spPr>
          <a:xfrm>
            <a:off x="4617000" y="1774338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265" name="Google Shape;265;p210"/>
          <p:cNvPicPr preferRelativeResize="0"/>
          <p:nvPr/>
        </p:nvPicPr>
        <p:blipFill rotWithShape="1">
          <a:blip r:embed="rId2">
            <a:alphaModFix/>
          </a:blip>
          <a:srcRect b="2198" l="22857" r="29069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266" name="Google Shape;266;p2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54">
          <p15:clr>
            <a:srgbClr val="E46962"/>
          </p15:clr>
        </p15:guide>
        <p15:guide id="2" orient="horz" pos="3183">
          <p15:clr>
            <a:srgbClr val="E4696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ock 1/3_Block 1 1">
  <p:cSld name="CUSTOM_1_1_2_3_1"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1"/>
          <p:cNvSpPr/>
          <p:nvPr/>
        </p:nvSpPr>
        <p:spPr>
          <a:xfrm>
            <a:off x="4617038" y="90137"/>
            <a:ext cx="4437000" cy="1168500"/>
          </a:xfrm>
          <a:prstGeom prst="roundRect">
            <a:avLst>
              <a:gd fmla="val 12452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69" name="Google Shape;269;p211"/>
          <p:cNvSpPr/>
          <p:nvPr/>
        </p:nvSpPr>
        <p:spPr>
          <a:xfrm>
            <a:off x="4617038" y="2619141"/>
            <a:ext cx="4437000" cy="1168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70" name="Google Shape;270;p211"/>
          <p:cNvSpPr/>
          <p:nvPr/>
        </p:nvSpPr>
        <p:spPr>
          <a:xfrm>
            <a:off x="4617038" y="3884868"/>
            <a:ext cx="4437000" cy="1168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71" name="Google Shape;271;p211"/>
          <p:cNvSpPr/>
          <p:nvPr/>
        </p:nvSpPr>
        <p:spPr>
          <a:xfrm>
            <a:off x="4617038" y="1353437"/>
            <a:ext cx="4437000" cy="1168500"/>
          </a:xfrm>
          <a:prstGeom prst="roundRect">
            <a:avLst>
              <a:gd fmla="val 12452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272" name="Google Shape;272;p211"/>
          <p:cNvPicPr preferRelativeResize="0"/>
          <p:nvPr/>
        </p:nvPicPr>
        <p:blipFill rotWithShape="1">
          <a:blip r:embed="rId2">
            <a:alphaModFix/>
          </a:blip>
          <a:srcRect b="2198" l="22857" r="29069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273" name="Google Shape;273;p2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83">
          <p15:clr>
            <a:srgbClr val="E46962"/>
          </p15:clr>
        </p15:guide>
        <p15:guide id="2" pos="2854">
          <p15:clr>
            <a:srgbClr val="E46962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block 1">
  <p:cSld name="CUSTOM_1_1_2_2_2">
    <p:bg>
      <p:bgPr>
        <a:solidFill>
          <a:schemeClr val="lt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2"/>
          <p:cNvSpPr/>
          <p:nvPr/>
        </p:nvSpPr>
        <p:spPr>
          <a:xfrm>
            <a:off x="4617000" y="4112700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E7FEE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76" name="Google Shape;276;p212"/>
          <p:cNvSpPr/>
          <p:nvPr/>
        </p:nvSpPr>
        <p:spPr>
          <a:xfrm>
            <a:off x="4617000" y="3107025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A6FCC8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77" name="Google Shape;277;p212"/>
          <p:cNvSpPr/>
          <p:nvPr/>
        </p:nvSpPr>
        <p:spPr>
          <a:xfrm>
            <a:off x="4617000" y="2101350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57F0B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78" name="Google Shape;278;p212"/>
          <p:cNvSpPr/>
          <p:nvPr/>
        </p:nvSpPr>
        <p:spPr>
          <a:xfrm>
            <a:off x="4617000" y="1095675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19C59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79" name="Google Shape;279;p212"/>
          <p:cNvSpPr/>
          <p:nvPr/>
        </p:nvSpPr>
        <p:spPr>
          <a:xfrm>
            <a:off x="4617000" y="90000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096C6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280" name="Google Shape;280;p212"/>
          <p:cNvPicPr preferRelativeResize="0"/>
          <p:nvPr/>
        </p:nvPicPr>
        <p:blipFill rotWithShape="1">
          <a:blip r:embed="rId2">
            <a:alphaModFix/>
          </a:blip>
          <a:srcRect b="2198" l="22857" r="29069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281" name="Google Shape;281;p2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3 block 1">
  <p:cSld name="CUSTOM_1_1_2_2_1_1">
    <p:bg>
      <p:bgPr>
        <a:solidFill>
          <a:schemeClr val="lt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13"/>
          <p:cNvSpPr/>
          <p:nvPr/>
        </p:nvSpPr>
        <p:spPr>
          <a:xfrm>
            <a:off x="4617000" y="90000"/>
            <a:ext cx="4437000" cy="909600"/>
          </a:xfrm>
          <a:prstGeom prst="roundRect">
            <a:avLst>
              <a:gd fmla="val 17741" name="adj"/>
            </a:avLst>
          </a:prstGeom>
          <a:solidFill>
            <a:srgbClr val="096C6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84" name="Google Shape;284;p213"/>
          <p:cNvSpPr/>
          <p:nvPr/>
        </p:nvSpPr>
        <p:spPr>
          <a:xfrm>
            <a:off x="4617000" y="2108300"/>
            <a:ext cx="4437000" cy="2944800"/>
          </a:xfrm>
          <a:prstGeom prst="roundRect">
            <a:avLst>
              <a:gd fmla="val 7367" name="adj"/>
            </a:avLst>
          </a:prstGeom>
          <a:solidFill>
            <a:srgbClr val="E7FEE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285" name="Google Shape;285;p213"/>
          <p:cNvPicPr preferRelativeResize="0"/>
          <p:nvPr/>
        </p:nvPicPr>
        <p:blipFill rotWithShape="1">
          <a:blip r:embed="rId2">
            <a:alphaModFix/>
          </a:blip>
          <a:srcRect b="2198" l="22857" r="29069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286" name="Google Shape;286;p213"/>
          <p:cNvSpPr/>
          <p:nvPr/>
        </p:nvSpPr>
        <p:spPr>
          <a:xfrm>
            <a:off x="4617000" y="1099150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57F0B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87" name="Google Shape;287;p2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6 block">
  <p:cSld name="CUSTOM_1_1_2_1">
    <p:bg>
      <p:bgPr>
        <a:solidFill>
          <a:schemeClr val="lt1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4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90" name="Google Shape;290;p214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E5E2FA"/>
              </a:highlight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91" name="Google Shape;291;p214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92" name="Google Shape;292;p214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93" name="Google Shape;293;p214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94" name="Google Shape;294;p214"/>
          <p:cNvSpPr/>
          <p:nvPr/>
        </p:nvSpPr>
        <p:spPr>
          <a:xfrm>
            <a:off x="6896925" y="34599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295" name="Google Shape;295;p214"/>
          <p:cNvPicPr preferRelativeResize="0"/>
          <p:nvPr/>
        </p:nvPicPr>
        <p:blipFill rotWithShape="1">
          <a:blip r:embed="rId2">
            <a:alphaModFix/>
          </a:blip>
          <a:srcRect b="2198" l="22857" r="29069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296" name="Google Shape;296;p2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color block 1">
  <p:cSld name="CUSTOM_1_1_2_1_1_1_1">
    <p:bg>
      <p:bgPr>
        <a:solidFill>
          <a:schemeClr val="l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15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99" name="Google Shape;299;p215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FDD3D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E5E2FA"/>
              </a:highlight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300" name="Google Shape;300;p215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301" name="Google Shape;301;p215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302" name="Google Shape;302;p215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FFF7C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303" name="Google Shape;303;p215"/>
          <p:cNvPicPr preferRelativeResize="0"/>
          <p:nvPr/>
        </p:nvPicPr>
        <p:blipFill rotWithShape="1">
          <a:blip r:embed="rId2">
            <a:alphaModFix/>
          </a:blip>
          <a:srcRect b="2198" l="22857" r="29069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304" name="Google Shape;304;p2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color block 2">
  <p:cSld name="CUSTOM_1_1_2_1_1_2_1"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16"/>
          <p:cNvSpPr/>
          <p:nvPr/>
        </p:nvSpPr>
        <p:spPr>
          <a:xfrm>
            <a:off x="93850" y="90000"/>
            <a:ext cx="4437000" cy="4963500"/>
          </a:xfrm>
          <a:prstGeom prst="roundRect">
            <a:avLst>
              <a:gd fmla="val 3801" name="adj"/>
            </a:avLst>
          </a:prstGeom>
          <a:solidFill>
            <a:srgbClr val="130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6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308" name="Google Shape;308;p216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E5E2F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E5E2FA"/>
              </a:highlight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309" name="Google Shape;309;p216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310" name="Google Shape;310;p216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311" name="Google Shape;311;p216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312" name="Google Shape;312;p216"/>
          <p:cNvPicPr preferRelativeResize="0"/>
          <p:nvPr/>
        </p:nvPicPr>
        <p:blipFill rotWithShape="1">
          <a:blip r:embed="rId2">
            <a:alphaModFix/>
          </a:blip>
          <a:srcRect b="2198" l="22857" r="29069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313" name="Google Shape;313;p2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Blocks | Light theme 1">
  <p:cSld name="TITLE_1_1">
    <p:bg>
      <p:bgPr>
        <a:solidFill>
          <a:schemeClr val="lt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17"/>
          <p:cNvSpPr/>
          <p:nvPr/>
        </p:nvSpPr>
        <p:spPr>
          <a:xfrm>
            <a:off x="486000" y="1052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316" name="Google Shape;316;p217"/>
          <p:cNvSpPr/>
          <p:nvPr/>
        </p:nvSpPr>
        <p:spPr>
          <a:xfrm>
            <a:off x="486000" y="2909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317" name="Google Shape;317;p217"/>
          <p:cNvSpPr/>
          <p:nvPr/>
        </p:nvSpPr>
        <p:spPr>
          <a:xfrm>
            <a:off x="4596300" y="1052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318" name="Google Shape;318;p217"/>
          <p:cNvSpPr/>
          <p:nvPr/>
        </p:nvSpPr>
        <p:spPr>
          <a:xfrm>
            <a:off x="4596300" y="2909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319" name="Google Shape;319;p2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/2 block 1">
  <p:cSld name="CUSTOM_2_2_1_2_1">
    <p:bg>
      <p:bgPr>
        <a:solidFill>
          <a:schemeClr val="lt1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8"/>
          <p:cNvSpPr/>
          <p:nvPr>
            <p:ph idx="2" type="pic"/>
          </p:nvPr>
        </p:nvSpPr>
        <p:spPr>
          <a:xfrm>
            <a:off x="98850" y="90300"/>
            <a:ext cx="4437000" cy="4962900"/>
          </a:xfrm>
          <a:prstGeom prst="roundRect">
            <a:avLst>
              <a:gd fmla="val 4057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22" name="Google Shape;322;p218"/>
          <p:cNvSpPr/>
          <p:nvPr/>
        </p:nvSpPr>
        <p:spPr>
          <a:xfrm>
            <a:off x="4633950" y="90000"/>
            <a:ext cx="4420200" cy="1751400"/>
          </a:xfrm>
          <a:prstGeom prst="roundRect">
            <a:avLst>
              <a:gd fmla="val 8308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8"/>
          <p:cNvSpPr/>
          <p:nvPr/>
        </p:nvSpPr>
        <p:spPr>
          <a:xfrm>
            <a:off x="4633800" y="1939500"/>
            <a:ext cx="4420200" cy="3114300"/>
          </a:xfrm>
          <a:prstGeom prst="roundRect">
            <a:avLst>
              <a:gd fmla="val 545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1 photo 1 block 1">
  <p:cSld name="CUSTOM_1_1_3_1">
    <p:bg>
      <p:bgPr>
        <a:solidFill>
          <a:schemeClr val="lt1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9"/>
          <p:cNvSpPr/>
          <p:nvPr>
            <p:ph idx="2" type="pic"/>
          </p:nvPr>
        </p:nvSpPr>
        <p:spPr>
          <a:xfrm>
            <a:off x="4629550" y="90000"/>
            <a:ext cx="4437000" cy="2495400"/>
          </a:xfrm>
          <a:prstGeom prst="roundRect">
            <a:avLst>
              <a:gd fmla="val 5831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27" name="Google Shape;327;p219"/>
          <p:cNvSpPr/>
          <p:nvPr/>
        </p:nvSpPr>
        <p:spPr>
          <a:xfrm>
            <a:off x="4629550" y="2673300"/>
            <a:ext cx="4437000" cy="2380500"/>
          </a:xfrm>
          <a:prstGeom prst="roundRect">
            <a:avLst>
              <a:gd fmla="val 5450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219"/>
          <p:cNvPicPr preferRelativeResize="0"/>
          <p:nvPr/>
        </p:nvPicPr>
        <p:blipFill rotWithShape="1">
          <a:blip r:embed="rId2">
            <a:alphaModFix/>
          </a:blip>
          <a:srcRect b="2198" l="22857" r="29069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329" name="Google Shape;329;p2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1 block 1 photo 1">
  <p:cSld name="CUSTOM_1_1_1_1">
    <p:bg>
      <p:bgPr>
        <a:solidFill>
          <a:schemeClr val="lt1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0"/>
          <p:cNvSpPr/>
          <p:nvPr/>
        </p:nvSpPr>
        <p:spPr>
          <a:xfrm>
            <a:off x="4629550" y="89700"/>
            <a:ext cx="4415700" cy="1466700"/>
          </a:xfrm>
          <a:prstGeom prst="roundRect">
            <a:avLst>
              <a:gd fmla="val 10960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0"/>
          <p:cNvSpPr/>
          <p:nvPr>
            <p:ph idx="2" type="pic"/>
          </p:nvPr>
        </p:nvSpPr>
        <p:spPr>
          <a:xfrm>
            <a:off x="4629550" y="1650000"/>
            <a:ext cx="4420200" cy="3402900"/>
          </a:xfrm>
          <a:prstGeom prst="roundRect">
            <a:avLst>
              <a:gd fmla="val 4758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333" name="Google Shape;333;p220"/>
          <p:cNvPicPr preferRelativeResize="0"/>
          <p:nvPr/>
        </p:nvPicPr>
        <p:blipFill rotWithShape="1">
          <a:blip r:embed="rId2">
            <a:alphaModFix/>
          </a:blip>
          <a:srcRect b="2198" l="22857" r="29069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334" name="Google Shape;334;p2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 2">
  <p:cSld name="CUSTOM_2_2_2_2">
    <p:bg>
      <p:bgPr>
        <a:solidFill>
          <a:schemeClr val="lt1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21"/>
          <p:cNvPicPr preferRelativeResize="0"/>
          <p:nvPr/>
        </p:nvPicPr>
        <p:blipFill rotWithShape="1">
          <a:blip r:embed="rId2">
            <a:alphaModFix/>
          </a:blip>
          <a:srcRect b="2198" l="22857" r="29069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337" name="Google Shape;337;p221"/>
          <p:cNvSpPr/>
          <p:nvPr>
            <p:ph idx="2" type="pic"/>
          </p:nvPr>
        </p:nvSpPr>
        <p:spPr>
          <a:xfrm>
            <a:off x="4628950" y="90300"/>
            <a:ext cx="4425000" cy="2436900"/>
          </a:xfrm>
          <a:prstGeom prst="roundRect">
            <a:avLst>
              <a:gd fmla="val 7393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38" name="Google Shape;338;p221"/>
          <p:cNvSpPr/>
          <p:nvPr>
            <p:ph idx="3" type="pic"/>
          </p:nvPr>
        </p:nvSpPr>
        <p:spPr>
          <a:xfrm>
            <a:off x="4628950" y="2625750"/>
            <a:ext cx="4425000" cy="2427900"/>
          </a:xfrm>
          <a:prstGeom prst="roundRect">
            <a:avLst>
              <a:gd fmla="val 7188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39" name="Google Shape;339;p2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 1 2">
  <p:cSld name="CUSTOM_2_2_2_1_3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2"/>
          <p:cNvSpPr/>
          <p:nvPr>
            <p:ph idx="2" type="pic"/>
          </p:nvPr>
        </p:nvSpPr>
        <p:spPr>
          <a:xfrm>
            <a:off x="4634925" y="89850"/>
            <a:ext cx="21909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42" name="Google Shape;342;p222"/>
          <p:cNvSpPr/>
          <p:nvPr>
            <p:ph idx="3" type="pic"/>
          </p:nvPr>
        </p:nvSpPr>
        <p:spPr>
          <a:xfrm>
            <a:off x="6924900" y="89850"/>
            <a:ext cx="21201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43" name="Google Shape;343;p222"/>
          <p:cNvSpPr/>
          <p:nvPr>
            <p:ph idx="4" type="pic"/>
          </p:nvPr>
        </p:nvSpPr>
        <p:spPr>
          <a:xfrm>
            <a:off x="4635000" y="2616750"/>
            <a:ext cx="21909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44" name="Google Shape;344;p222"/>
          <p:cNvSpPr/>
          <p:nvPr>
            <p:ph idx="5" type="pic"/>
          </p:nvPr>
        </p:nvSpPr>
        <p:spPr>
          <a:xfrm>
            <a:off x="6924900" y="2616750"/>
            <a:ext cx="21201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345" name="Google Shape;345;p222"/>
          <p:cNvPicPr preferRelativeResize="0"/>
          <p:nvPr/>
        </p:nvPicPr>
        <p:blipFill rotWithShape="1">
          <a:blip r:embed="rId2">
            <a:alphaModFix/>
          </a:blip>
          <a:srcRect b="2198" l="22857" r="29069" t="2208"/>
          <a:stretch/>
        </p:blipFill>
        <p:spPr>
          <a:xfrm rot="10800000">
            <a:off x="98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346" name="Google Shape;346;p2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 1 1 1">
  <p:cSld name="CUSTOM_2_2_2_1_1_1">
    <p:bg>
      <p:bgPr>
        <a:solidFill>
          <a:schemeClr val="lt1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23"/>
          <p:cNvSpPr/>
          <p:nvPr>
            <p:ph idx="2" type="pic"/>
          </p:nvPr>
        </p:nvSpPr>
        <p:spPr>
          <a:xfrm>
            <a:off x="4651125" y="89850"/>
            <a:ext cx="2174700" cy="2436900"/>
          </a:xfrm>
          <a:prstGeom prst="roundRect">
            <a:avLst>
              <a:gd fmla="val 9781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49" name="Google Shape;349;p223"/>
          <p:cNvSpPr/>
          <p:nvPr>
            <p:ph idx="3" type="pic"/>
          </p:nvPr>
        </p:nvSpPr>
        <p:spPr>
          <a:xfrm>
            <a:off x="6924900" y="89850"/>
            <a:ext cx="2120100" cy="2436900"/>
          </a:xfrm>
          <a:prstGeom prst="roundRect">
            <a:avLst>
              <a:gd fmla="val 9845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50" name="Google Shape;350;p223"/>
          <p:cNvSpPr/>
          <p:nvPr>
            <p:ph idx="4" type="pic"/>
          </p:nvPr>
        </p:nvSpPr>
        <p:spPr>
          <a:xfrm>
            <a:off x="4651125" y="2616750"/>
            <a:ext cx="4393800" cy="2436900"/>
          </a:xfrm>
          <a:prstGeom prst="roundRect">
            <a:avLst>
              <a:gd fmla="val 9768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51" name="Google Shape;351;p223"/>
          <p:cNvSpPr/>
          <p:nvPr>
            <p:ph idx="5" type="pic"/>
          </p:nvPr>
        </p:nvSpPr>
        <p:spPr>
          <a:xfrm>
            <a:off x="98925" y="2616750"/>
            <a:ext cx="2226600" cy="2436900"/>
          </a:xfrm>
          <a:prstGeom prst="roundRect">
            <a:avLst>
              <a:gd fmla="val 8754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52" name="Google Shape;352;p223"/>
          <p:cNvSpPr/>
          <p:nvPr>
            <p:ph idx="6" type="pic"/>
          </p:nvPr>
        </p:nvSpPr>
        <p:spPr>
          <a:xfrm>
            <a:off x="2424525" y="2616750"/>
            <a:ext cx="2127600" cy="2436900"/>
          </a:xfrm>
          <a:prstGeom prst="roundRect">
            <a:avLst>
              <a:gd fmla="val 9397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53" name="Google Shape;353;p223"/>
          <p:cNvSpPr/>
          <p:nvPr>
            <p:ph idx="7" type="pic"/>
          </p:nvPr>
        </p:nvSpPr>
        <p:spPr>
          <a:xfrm>
            <a:off x="98925" y="89850"/>
            <a:ext cx="4453200" cy="2436900"/>
          </a:xfrm>
          <a:prstGeom prst="roundRect">
            <a:avLst>
              <a:gd fmla="val 8623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54" name="Google Shape;354;p2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| Dark ">
  <p:cSld name="TITLE_AND_BODY_1_1_1">
    <p:bg>
      <p:bgPr>
        <a:solidFill>
          <a:schemeClr val="lt1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2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00" y="93750"/>
            <a:ext cx="7992003" cy="4952326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| Green">
  <p:cSld name="TITLE_AND_BODY_1_1_1_2">
    <p:bg>
      <p:bgPr>
        <a:solidFill>
          <a:schemeClr val="lt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2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5" y="96125"/>
            <a:ext cx="7985751" cy="4952624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xylabs parterships 1">
  <p:cSld name="BLANK_1_4_1">
    <p:bg>
      <p:bgPr>
        <a:solidFill>
          <a:schemeClr val="lt1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5" name="Google Shape;365;p226"/>
          <p:cNvCxnSpPr/>
          <p:nvPr/>
        </p:nvCxnSpPr>
        <p:spPr>
          <a:xfrm>
            <a:off x="4572000" y="3451075"/>
            <a:ext cx="0" cy="669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p226"/>
          <p:cNvSpPr/>
          <p:nvPr>
            <p:ph idx="2" type="pic"/>
          </p:nvPr>
        </p:nvSpPr>
        <p:spPr>
          <a:xfrm>
            <a:off x="1765175" y="3399300"/>
            <a:ext cx="2202000" cy="795300"/>
          </a:xfrm>
          <a:prstGeom prst="rect">
            <a:avLst/>
          </a:prstGeom>
          <a:noFill/>
          <a:ln>
            <a:noFill/>
          </a:ln>
        </p:spPr>
      </p:sp>
      <p:sp>
        <p:nvSpPr>
          <p:cNvPr id="367" name="Google Shape;367;p226"/>
          <p:cNvSpPr/>
          <p:nvPr>
            <p:ph idx="3" type="pic"/>
          </p:nvPr>
        </p:nvSpPr>
        <p:spPr>
          <a:xfrm>
            <a:off x="5212000" y="3399300"/>
            <a:ext cx="2202000" cy="7953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226"/>
          <p:cNvSpPr/>
          <p:nvPr/>
        </p:nvSpPr>
        <p:spPr>
          <a:xfrm>
            <a:off x="4174350" y="2174100"/>
            <a:ext cx="795300" cy="795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314325" rotWithShape="0" algn="bl" dir="5400000" dist="7620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26"/>
          <p:cNvSpPr/>
          <p:nvPr/>
        </p:nvSpPr>
        <p:spPr>
          <a:xfrm>
            <a:off x="90000" y="2625350"/>
            <a:ext cx="8964000" cy="2428200"/>
          </a:xfrm>
          <a:prstGeom prst="roundRect">
            <a:avLst>
              <a:gd fmla="val 9481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26"/>
          <p:cNvSpPr/>
          <p:nvPr/>
        </p:nvSpPr>
        <p:spPr>
          <a:xfrm>
            <a:off x="88050" y="90000"/>
            <a:ext cx="8967900" cy="2428200"/>
          </a:xfrm>
          <a:prstGeom prst="roundRect">
            <a:avLst>
              <a:gd fmla="val 7195" name="adj"/>
            </a:avLst>
          </a:prstGeom>
          <a:solidFill>
            <a:srgbClr val="F5F6F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26"/>
          <p:cNvSpPr/>
          <p:nvPr/>
        </p:nvSpPr>
        <p:spPr>
          <a:xfrm>
            <a:off x="4174350" y="2174100"/>
            <a:ext cx="795300" cy="795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314325" rotWithShape="0" algn="bl" dir="5400000" dist="7620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slide | Two speakers 1">
  <p:cSld name="CUSTOM_2_2_2_1_2_2_1">
    <p:bg>
      <p:bgPr>
        <a:solidFill>
          <a:schemeClr val="lt1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2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27"/>
          <p:cNvSpPr/>
          <p:nvPr>
            <p:ph idx="2" type="pic"/>
          </p:nvPr>
        </p:nvSpPr>
        <p:spPr>
          <a:xfrm>
            <a:off x="4780075" y="2790900"/>
            <a:ext cx="1916100" cy="177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75" name="Google Shape;375;p227"/>
          <p:cNvSpPr/>
          <p:nvPr>
            <p:ph idx="3" type="pic"/>
          </p:nvPr>
        </p:nvSpPr>
        <p:spPr>
          <a:xfrm>
            <a:off x="4780225" y="670150"/>
            <a:ext cx="1916100" cy="1764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76" name="Google Shape;376;p2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698">
          <p15:clr>
            <a:srgbClr val="E4696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peakers 1">
  <p:cSld name="CUSTOM_2_2_2_1_2_3">
    <p:bg>
      <p:bgPr>
        <a:solidFill>
          <a:schemeClr val="lt1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28"/>
          <p:cNvSpPr/>
          <p:nvPr>
            <p:ph idx="2" type="pic"/>
          </p:nvPr>
        </p:nvSpPr>
        <p:spPr>
          <a:xfrm>
            <a:off x="2606843" y="1571550"/>
            <a:ext cx="1916100" cy="2108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80" name="Google Shape;380;p228"/>
          <p:cNvSpPr/>
          <p:nvPr>
            <p:ph idx="3" type="pic"/>
          </p:nvPr>
        </p:nvSpPr>
        <p:spPr>
          <a:xfrm>
            <a:off x="6635260" y="1571550"/>
            <a:ext cx="1819800" cy="2108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81" name="Google Shape;381;p228"/>
          <p:cNvSpPr/>
          <p:nvPr>
            <p:ph idx="4" type="pic"/>
          </p:nvPr>
        </p:nvSpPr>
        <p:spPr>
          <a:xfrm>
            <a:off x="4621057" y="1575443"/>
            <a:ext cx="1916100" cy="210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82" name="Google Shape;382;p228"/>
          <p:cNvSpPr/>
          <p:nvPr>
            <p:ph idx="5" type="pic"/>
          </p:nvPr>
        </p:nvSpPr>
        <p:spPr>
          <a:xfrm>
            <a:off x="688950" y="1575443"/>
            <a:ext cx="1819800" cy="210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83" name="Google Shape;383;p2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698">
          <p15:clr>
            <a:srgbClr val="E46962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speakers 1">
  <p:cSld name="CUSTOM_2_2_2_1_2_1_1">
    <p:bg>
      <p:bgPr>
        <a:solidFill>
          <a:schemeClr val="lt1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2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29"/>
          <p:cNvSpPr/>
          <p:nvPr>
            <p:ph idx="2" type="pic"/>
          </p:nvPr>
        </p:nvSpPr>
        <p:spPr>
          <a:xfrm>
            <a:off x="3713072" y="1595550"/>
            <a:ext cx="16359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87" name="Google Shape;387;p229"/>
          <p:cNvSpPr/>
          <p:nvPr>
            <p:ph idx="3" type="pic"/>
          </p:nvPr>
        </p:nvSpPr>
        <p:spPr>
          <a:xfrm>
            <a:off x="7152264" y="1595550"/>
            <a:ext cx="15534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88" name="Google Shape;388;p229"/>
          <p:cNvSpPr/>
          <p:nvPr>
            <p:ph idx="4" type="pic"/>
          </p:nvPr>
        </p:nvSpPr>
        <p:spPr>
          <a:xfrm>
            <a:off x="5432672" y="1598874"/>
            <a:ext cx="1635900" cy="1793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89" name="Google Shape;389;p229"/>
          <p:cNvSpPr/>
          <p:nvPr>
            <p:ph idx="5" type="pic"/>
          </p:nvPr>
        </p:nvSpPr>
        <p:spPr>
          <a:xfrm>
            <a:off x="2075702" y="1598874"/>
            <a:ext cx="1553400" cy="1793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90" name="Google Shape;390;p229"/>
          <p:cNvSpPr/>
          <p:nvPr>
            <p:ph idx="6" type="pic"/>
          </p:nvPr>
        </p:nvSpPr>
        <p:spPr>
          <a:xfrm>
            <a:off x="438336" y="1595550"/>
            <a:ext cx="15534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91" name="Google Shape;391;p2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698">
          <p15:clr>
            <a:srgbClr val="E46962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Right corner 1 1">
  <p:cSld name="BLANK_1_1_2_2_1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45"/>
          <p:cNvSpPr/>
          <p:nvPr/>
        </p:nvSpPr>
        <p:spPr>
          <a:xfrm>
            <a:off x="90000" y="90150"/>
            <a:ext cx="8968800" cy="4967700"/>
          </a:xfrm>
          <a:prstGeom prst="roundRect">
            <a:avLst>
              <a:gd fmla="val 3309" name="adj"/>
            </a:avLst>
          </a:prstGeom>
          <a:solidFill>
            <a:srgbClr val="EBEDF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6" name="Google Shape;396;p1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pos="5705">
          <p15:clr>
            <a:srgbClr val="E46962"/>
          </p15:clr>
        </p15:guide>
        <p15:guide id="4" orient="horz" pos="57">
          <p15:clr>
            <a:srgbClr val="E46962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peakers 1">
  <p:cSld name="CUSTOM_2_2_2_1_2_4">
    <p:bg>
      <p:bgPr>
        <a:solidFill>
          <a:schemeClr val="lt1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-2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94"/>
          <p:cNvSpPr/>
          <p:nvPr>
            <p:ph idx="2" type="pic"/>
          </p:nvPr>
        </p:nvSpPr>
        <p:spPr>
          <a:xfrm>
            <a:off x="2606843" y="1571550"/>
            <a:ext cx="1916100" cy="2108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01" name="Google Shape;401;p94"/>
          <p:cNvSpPr/>
          <p:nvPr>
            <p:ph idx="3" type="pic"/>
          </p:nvPr>
        </p:nvSpPr>
        <p:spPr>
          <a:xfrm>
            <a:off x="6635260" y="1571550"/>
            <a:ext cx="1819800" cy="2108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02" name="Google Shape;402;p94"/>
          <p:cNvSpPr/>
          <p:nvPr>
            <p:ph idx="4" type="pic"/>
          </p:nvPr>
        </p:nvSpPr>
        <p:spPr>
          <a:xfrm>
            <a:off x="4621057" y="1575443"/>
            <a:ext cx="1916100" cy="210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03" name="Google Shape;403;p94"/>
          <p:cNvSpPr/>
          <p:nvPr>
            <p:ph idx="5" type="pic"/>
          </p:nvPr>
        </p:nvSpPr>
        <p:spPr>
          <a:xfrm>
            <a:off x="688950" y="1575443"/>
            <a:ext cx="1819800" cy="210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04" name="Google Shape;404;p9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698">
          <p15:clr>
            <a:srgbClr val="E46962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Right corner 2">
  <p:cSld name="BLANK_1_1_2_3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44"/>
          <p:cNvSpPr/>
          <p:nvPr/>
        </p:nvSpPr>
        <p:spPr>
          <a:xfrm>
            <a:off x="90000" y="90150"/>
            <a:ext cx="8968800" cy="4967700"/>
          </a:xfrm>
          <a:prstGeom prst="roundRect">
            <a:avLst>
              <a:gd fmla="val 3309" name="adj"/>
            </a:avLst>
          </a:prstGeom>
          <a:solidFill>
            <a:srgbClr val="EBEDF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7" name="Google Shape;407;p1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COLOR ">
  <p:cSld name="TITLE_AND_BODY_1">
    <p:bg>
      <p:bgPr>
        <a:solidFill>
          <a:schemeClr val="lt1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pattern 1 | Left corner">
  <p:cSld name="BLANK_1_1_3_3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Left corner">
  <p:cSld name="BLANK_1_1_1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86"/>
          <p:cNvPicPr preferRelativeResize="0"/>
          <p:nvPr/>
        </p:nvPicPr>
        <p:blipFill rotWithShape="1">
          <a:blip r:embed="rId2">
            <a:alphaModFix amt="75000"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86"/>
          <p:cNvSpPr txBox="1"/>
          <p:nvPr/>
        </p:nvSpPr>
        <p:spPr>
          <a:xfrm rot="-5400000">
            <a:off x="7400100" y="29898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509F"/>
                </a:solidFill>
                <a:latin typeface="Anek Latin"/>
                <a:ea typeface="Anek Latin"/>
                <a:cs typeface="Anek Latin"/>
                <a:sym typeface="Anek Latin"/>
              </a:rPr>
              <a:t>Confidential, for internal company use only</a:t>
            </a:r>
            <a:endParaRPr b="0" i="0" sz="800" u="none" cap="none" strike="noStrike">
              <a:solidFill>
                <a:srgbClr val="59509F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418" name="Google Shape;418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7">
          <p15:clr>
            <a:srgbClr val="E46962"/>
          </p15:clr>
        </p15:guide>
        <p15:guide id="2" orient="horz" pos="3185">
          <p15:clr>
            <a:srgbClr val="E46962"/>
          </p15:clr>
        </p15:guide>
        <p15:guide id="3" orient="horz" pos="55">
          <p15:clr>
            <a:srgbClr val="E46962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Right corner">
  <p:cSld name="BLANK_1_1_2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 profile">
  <p:cSld name="CUSTOM_2_2_3">
    <p:bg>
      <p:bgPr>
        <a:solidFill>
          <a:schemeClr val="lt1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88"/>
          <p:cNvSpPr/>
          <p:nvPr/>
        </p:nvSpPr>
        <p:spPr>
          <a:xfrm>
            <a:off x="4617000" y="3619500"/>
            <a:ext cx="4437000" cy="1434300"/>
          </a:xfrm>
          <a:prstGeom prst="roundRect">
            <a:avLst>
              <a:gd fmla="val 10622" name="adj"/>
            </a:avLst>
          </a:prstGeom>
          <a:solidFill>
            <a:srgbClr val="E5E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88"/>
          <p:cNvSpPr/>
          <p:nvPr>
            <p:ph idx="2" type="pic"/>
          </p:nvPr>
        </p:nvSpPr>
        <p:spPr>
          <a:xfrm>
            <a:off x="4617000" y="90300"/>
            <a:ext cx="4437000" cy="3439200"/>
          </a:xfrm>
          <a:prstGeom prst="roundRect">
            <a:avLst>
              <a:gd fmla="val 5230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26" name="Google Shape;426;p88"/>
          <p:cNvSpPr txBox="1"/>
          <p:nvPr/>
        </p:nvSpPr>
        <p:spPr>
          <a:xfrm>
            <a:off x="535175" y="3532175"/>
            <a:ext cx="3465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34250" spcFirstLastPara="1" rIns="342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4A5D5"/>
              </a:buClr>
              <a:buSzPts val="30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427" name="Google Shape;427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4650" y="462600"/>
            <a:ext cx="1257500" cy="40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88"/>
          <p:cNvPicPr preferRelativeResize="0"/>
          <p:nvPr/>
        </p:nvPicPr>
        <p:blipFill rotWithShape="1">
          <a:blip r:embed="rId3">
            <a:alphaModFix/>
          </a:blip>
          <a:srcRect b="2626" l="24297" r="28169" t="2854"/>
          <a:stretch/>
        </p:blipFill>
        <p:spPr>
          <a:xfrm flipH="1" rot="10800000">
            <a:off x="834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429" name="Google Shape;429;p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slide | Two speakers">
  <p:cSld name="CUSTOM_2_2_2_1_2_2">
    <p:bg>
      <p:bgPr>
        <a:solidFill>
          <a:schemeClr val="lt1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91"/>
          <p:cNvSpPr/>
          <p:nvPr>
            <p:ph idx="2" type="pic"/>
          </p:nvPr>
        </p:nvSpPr>
        <p:spPr>
          <a:xfrm>
            <a:off x="4780075" y="2790900"/>
            <a:ext cx="1916100" cy="177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33" name="Google Shape;433;p91"/>
          <p:cNvSpPr/>
          <p:nvPr>
            <p:ph idx="3" type="pic"/>
          </p:nvPr>
        </p:nvSpPr>
        <p:spPr>
          <a:xfrm>
            <a:off x="4780225" y="670150"/>
            <a:ext cx="1916100" cy="1764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34" name="Google Shape;434;p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698">
          <p15:clr>
            <a:srgbClr val="E46962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peakers">
  <p:cSld name="CUSTOM_2_2_2_1_2_3">
    <p:bg>
      <p:bgPr>
        <a:solidFill>
          <a:schemeClr val="lt1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93"/>
          <p:cNvSpPr/>
          <p:nvPr>
            <p:ph idx="2" type="pic"/>
          </p:nvPr>
        </p:nvSpPr>
        <p:spPr>
          <a:xfrm>
            <a:off x="2606843" y="1571550"/>
            <a:ext cx="1916100" cy="2108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38" name="Google Shape;438;p93"/>
          <p:cNvSpPr/>
          <p:nvPr>
            <p:ph idx="3" type="pic"/>
          </p:nvPr>
        </p:nvSpPr>
        <p:spPr>
          <a:xfrm>
            <a:off x="6635260" y="1571550"/>
            <a:ext cx="1819800" cy="2108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39" name="Google Shape;439;p93"/>
          <p:cNvSpPr/>
          <p:nvPr>
            <p:ph idx="4" type="pic"/>
          </p:nvPr>
        </p:nvSpPr>
        <p:spPr>
          <a:xfrm>
            <a:off x="4621057" y="1575443"/>
            <a:ext cx="1916100" cy="210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40" name="Google Shape;440;p93"/>
          <p:cNvSpPr/>
          <p:nvPr>
            <p:ph idx="5" type="pic"/>
          </p:nvPr>
        </p:nvSpPr>
        <p:spPr>
          <a:xfrm>
            <a:off x="688950" y="1575443"/>
            <a:ext cx="1819800" cy="210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41" name="Google Shape;441;p9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698">
          <p15:clr>
            <a:srgbClr val="E46962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speakers">
  <p:cSld name="CUSTOM_2_2_2_1_2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95"/>
          <p:cNvSpPr/>
          <p:nvPr>
            <p:ph idx="2" type="pic"/>
          </p:nvPr>
        </p:nvSpPr>
        <p:spPr>
          <a:xfrm>
            <a:off x="3713072" y="1595550"/>
            <a:ext cx="16359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45" name="Google Shape;445;p95"/>
          <p:cNvSpPr/>
          <p:nvPr>
            <p:ph idx="3" type="pic"/>
          </p:nvPr>
        </p:nvSpPr>
        <p:spPr>
          <a:xfrm>
            <a:off x="7152264" y="1595550"/>
            <a:ext cx="15534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46" name="Google Shape;446;p95"/>
          <p:cNvSpPr/>
          <p:nvPr>
            <p:ph idx="4" type="pic"/>
          </p:nvPr>
        </p:nvSpPr>
        <p:spPr>
          <a:xfrm>
            <a:off x="5432672" y="1598874"/>
            <a:ext cx="1635900" cy="1793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47" name="Google Shape;447;p95"/>
          <p:cNvSpPr/>
          <p:nvPr>
            <p:ph idx="5" type="pic"/>
          </p:nvPr>
        </p:nvSpPr>
        <p:spPr>
          <a:xfrm>
            <a:off x="2075702" y="1598874"/>
            <a:ext cx="1553400" cy="1793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48" name="Google Shape;448;p95"/>
          <p:cNvSpPr/>
          <p:nvPr>
            <p:ph idx="6" type="pic"/>
          </p:nvPr>
        </p:nvSpPr>
        <p:spPr>
          <a:xfrm>
            <a:off x="438336" y="1595550"/>
            <a:ext cx="15534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49" name="Google Shape;449;p9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698">
          <p15:clr>
            <a:srgbClr val="E46962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HQ map with text">
  <p:cSld name="BLANK_1_2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"/>
            <a:ext cx="9144000" cy="5143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77;p3" id="452" name="Google Shape;452;p98"/>
          <p:cNvPicPr preferRelativeResize="0"/>
          <p:nvPr/>
        </p:nvPicPr>
        <p:blipFill rotWithShape="1">
          <a:blip r:embed="rId3">
            <a:alphaModFix/>
          </a:blip>
          <a:srcRect b="1212" l="24528" r="0" t="2277"/>
          <a:stretch/>
        </p:blipFill>
        <p:spPr>
          <a:xfrm>
            <a:off x="4981484" y="142945"/>
            <a:ext cx="4077600" cy="4857600"/>
          </a:xfrm>
          <a:prstGeom prst="roundRect">
            <a:avLst>
              <a:gd fmla="val 5546" name="adj"/>
            </a:avLst>
          </a:prstGeom>
          <a:noFill/>
          <a:ln>
            <a:noFill/>
          </a:ln>
        </p:spPr>
      </p:pic>
      <p:sp>
        <p:nvSpPr>
          <p:cNvPr id="453" name="Google Shape;453;p98"/>
          <p:cNvSpPr txBox="1"/>
          <p:nvPr/>
        </p:nvSpPr>
        <p:spPr>
          <a:xfrm>
            <a:off x="6850500" y="3175975"/>
            <a:ext cx="17175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50" lIns="34250" spcFirstLastPara="1" rIns="34250" wrap="square" tIns="34250">
            <a:spAutoFit/>
          </a:bodyPr>
          <a:lstStyle/>
          <a:p>
            <a:pPr indent="0" lvl="0" marL="0" marR="0" rtl="0" algn="ctr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HQ @Vilnius</a:t>
            </a:r>
            <a:endParaRPr b="0" i="0" sz="1800" u="none" cap="none" strike="noStrike">
              <a:solidFill>
                <a:srgbClr val="000000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  <a:p>
            <a:pPr indent="0" lvl="0" marL="0" marR="0" rtl="0" algn="ctr">
              <a:lnSpc>
                <a:spcPct val="184285"/>
              </a:lnSpc>
              <a:spcBef>
                <a:spcPts val="0"/>
              </a:spcBef>
              <a:spcAft>
                <a:spcPts val="0"/>
              </a:spcAft>
              <a:buClr>
                <a:srgbClr val="AEAEDA"/>
              </a:buClr>
              <a:buSzPts val="1200"/>
              <a:buFont typeface="Arial"/>
              <a:buNone/>
            </a:pPr>
            <a:r>
              <a:rPr b="0" i="0" lang="en" sz="1400" u="none" cap="none" strike="noStrike">
                <a:solidFill>
                  <a:srgbClr val="B0A7EA"/>
                </a:solidFill>
                <a:latin typeface="Anek Latin"/>
                <a:ea typeface="Anek Latin"/>
                <a:cs typeface="Anek Latin"/>
                <a:sym typeface="Anek Latin"/>
              </a:rPr>
              <a:t>Lietuva</a:t>
            </a:r>
            <a:endParaRPr b="0" i="0" sz="1400" u="none" cap="none" strike="noStrike">
              <a:solidFill>
                <a:srgbClr val="B0A7EA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454" name="Google Shape;454;p98"/>
          <p:cNvSpPr/>
          <p:nvPr/>
        </p:nvSpPr>
        <p:spPr>
          <a:xfrm>
            <a:off x="7814938" y="2907657"/>
            <a:ext cx="34200" cy="36000"/>
          </a:xfrm>
          <a:prstGeom prst="ellipse">
            <a:avLst/>
          </a:prstGeom>
          <a:solidFill>
            <a:srgbClr val="120E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9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pattern">
  <p:cSld name="BLANK_1_1_3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9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big dark blue info block">
  <p:cSld name="BLANK_1_1_2_1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1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04"/>
          <p:cNvSpPr/>
          <p:nvPr/>
        </p:nvSpPr>
        <p:spPr>
          <a:xfrm>
            <a:off x="571950" y="1850250"/>
            <a:ext cx="8033400" cy="27174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62" name="Google Shape;462;p10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06"/>
          <p:cNvSpPr/>
          <p:nvPr/>
        </p:nvSpPr>
        <p:spPr>
          <a:xfrm>
            <a:off x="90725" y="1002925"/>
            <a:ext cx="8964900" cy="4052100"/>
          </a:xfrm>
          <a:prstGeom prst="roundRect">
            <a:avLst>
              <a:gd fmla="val 4002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1800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30F35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465" name="Google Shape;465;p106"/>
          <p:cNvSpPr/>
          <p:nvPr>
            <p:ph idx="2" type="pic"/>
          </p:nvPr>
        </p:nvSpPr>
        <p:spPr>
          <a:xfrm>
            <a:off x="87925" y="1003475"/>
            <a:ext cx="8964900" cy="405210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sp>
      <p:sp>
        <p:nvSpPr>
          <p:cNvPr id="466" name="Google Shape;466;p10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1/3_Block">
  <p:cSld name="CUSTOM_2_2_1_1">
    <p:bg>
      <p:bgPr>
        <a:solidFill>
          <a:schemeClr val="lt1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07"/>
          <p:cNvSpPr/>
          <p:nvPr>
            <p:ph idx="2" type="pic"/>
          </p:nvPr>
        </p:nvSpPr>
        <p:spPr>
          <a:xfrm>
            <a:off x="98875" y="90275"/>
            <a:ext cx="4437000" cy="4962900"/>
          </a:xfrm>
          <a:prstGeom prst="roundRect">
            <a:avLst>
              <a:gd fmla="val 3928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69" name="Google Shape;469;p107"/>
          <p:cNvSpPr/>
          <p:nvPr/>
        </p:nvSpPr>
        <p:spPr>
          <a:xfrm>
            <a:off x="4617000" y="90000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70" name="Google Shape;470;p107"/>
          <p:cNvSpPr/>
          <p:nvPr/>
        </p:nvSpPr>
        <p:spPr>
          <a:xfrm>
            <a:off x="4617000" y="3458675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71" name="Google Shape;471;p107"/>
          <p:cNvSpPr/>
          <p:nvPr/>
        </p:nvSpPr>
        <p:spPr>
          <a:xfrm>
            <a:off x="4617000" y="1774338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72" name="Google Shape;472;p10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ock 1/3_Block">
  <p:cSld name="CUSTOM_1_1_2">
    <p:bg>
      <p:bgPr>
        <a:solidFill>
          <a:schemeClr val="lt1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09"/>
          <p:cNvSpPr/>
          <p:nvPr/>
        </p:nvSpPr>
        <p:spPr>
          <a:xfrm>
            <a:off x="4617000" y="90000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75" name="Google Shape;475;p109"/>
          <p:cNvSpPr/>
          <p:nvPr/>
        </p:nvSpPr>
        <p:spPr>
          <a:xfrm>
            <a:off x="4617000" y="3458675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76" name="Google Shape;476;p109"/>
          <p:cNvSpPr/>
          <p:nvPr/>
        </p:nvSpPr>
        <p:spPr>
          <a:xfrm>
            <a:off x="4617000" y="1774338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477" name="Google Shape;477;p109"/>
          <p:cNvPicPr preferRelativeResize="0"/>
          <p:nvPr/>
        </p:nvPicPr>
        <p:blipFill rotWithShape="1">
          <a:blip r:embed="rId2">
            <a:alphaModFix/>
          </a:blip>
          <a:srcRect b="2198" l="22857" r="29069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478" name="Google Shape;478;p10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54">
          <p15:clr>
            <a:srgbClr val="E46962"/>
          </p15:clr>
        </p15:guide>
        <p15:guide id="2" orient="horz" pos="3183">
          <p15:clr>
            <a:srgbClr val="E46962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6 block">
  <p:cSld name="CUSTOM_1_1_2_1">
    <p:bg>
      <p:bgPr>
        <a:solidFill>
          <a:schemeClr val="lt1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11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81" name="Google Shape;481;p111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E5E2FA"/>
              </a:highlight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82" name="Google Shape;482;p111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83" name="Google Shape;483;p111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84" name="Google Shape;484;p111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85" name="Google Shape;485;p111"/>
          <p:cNvSpPr/>
          <p:nvPr/>
        </p:nvSpPr>
        <p:spPr>
          <a:xfrm>
            <a:off x="6896925" y="34599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486" name="Google Shape;486;p111"/>
          <p:cNvPicPr preferRelativeResize="0"/>
          <p:nvPr/>
        </p:nvPicPr>
        <p:blipFill rotWithShape="1">
          <a:blip r:embed="rId2">
            <a:alphaModFix/>
          </a:blip>
          <a:srcRect b="2198" l="22857" r="29069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487" name="Google Shape;487;p1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color block">
  <p:cSld name="CUSTOM_1_1_2_1_1_2">
    <p:bg>
      <p:bgPr>
        <a:solidFill>
          <a:schemeClr val="lt1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13"/>
          <p:cNvSpPr/>
          <p:nvPr/>
        </p:nvSpPr>
        <p:spPr>
          <a:xfrm>
            <a:off x="93850" y="90000"/>
            <a:ext cx="4437000" cy="4963500"/>
          </a:xfrm>
          <a:prstGeom prst="roundRect">
            <a:avLst>
              <a:gd fmla="val 3801" name="adj"/>
            </a:avLst>
          </a:prstGeom>
          <a:solidFill>
            <a:srgbClr val="130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13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91" name="Google Shape;491;p113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E5E2F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E5E2FA"/>
              </a:highlight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92" name="Google Shape;492;p113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93" name="Google Shape;493;p113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94" name="Google Shape;494;p113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495" name="Google Shape;495;p113"/>
          <p:cNvPicPr preferRelativeResize="0"/>
          <p:nvPr/>
        </p:nvPicPr>
        <p:blipFill rotWithShape="1">
          <a:blip r:embed="rId2">
            <a:alphaModFix/>
          </a:blip>
          <a:srcRect b="2198" l="22857" r="29069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496" name="Google Shape;496;p1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block">
  <p:cSld name="CUSTOM_1_1_2_2">
    <p:bg>
      <p:bgPr>
        <a:solidFill>
          <a:schemeClr val="lt1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15"/>
          <p:cNvSpPr/>
          <p:nvPr/>
        </p:nvSpPr>
        <p:spPr>
          <a:xfrm>
            <a:off x="4617000" y="4112700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E7FEE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99" name="Google Shape;499;p115"/>
          <p:cNvSpPr/>
          <p:nvPr/>
        </p:nvSpPr>
        <p:spPr>
          <a:xfrm>
            <a:off x="4617000" y="3107025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A6FCC8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00" name="Google Shape;500;p115"/>
          <p:cNvSpPr/>
          <p:nvPr/>
        </p:nvSpPr>
        <p:spPr>
          <a:xfrm>
            <a:off x="4617000" y="2101350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57F0B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01" name="Google Shape;501;p115"/>
          <p:cNvSpPr/>
          <p:nvPr/>
        </p:nvSpPr>
        <p:spPr>
          <a:xfrm>
            <a:off x="4617000" y="1095675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19C59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02" name="Google Shape;502;p115"/>
          <p:cNvSpPr/>
          <p:nvPr/>
        </p:nvSpPr>
        <p:spPr>
          <a:xfrm>
            <a:off x="4617000" y="90000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096C6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503" name="Google Shape;503;p115"/>
          <p:cNvPicPr preferRelativeResize="0"/>
          <p:nvPr/>
        </p:nvPicPr>
        <p:blipFill rotWithShape="1">
          <a:blip r:embed="rId2">
            <a:alphaModFix/>
          </a:blip>
          <a:srcRect b="2198" l="22857" r="29069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504" name="Google Shape;504;p1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3 block">
  <p:cSld name="CUSTOM_1_1_2_2_1">
    <p:bg>
      <p:bgPr>
        <a:solidFill>
          <a:schemeClr val="lt1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17"/>
          <p:cNvSpPr/>
          <p:nvPr/>
        </p:nvSpPr>
        <p:spPr>
          <a:xfrm>
            <a:off x="4617000" y="90000"/>
            <a:ext cx="4437000" cy="909600"/>
          </a:xfrm>
          <a:prstGeom prst="roundRect">
            <a:avLst>
              <a:gd fmla="val 17741" name="adj"/>
            </a:avLst>
          </a:prstGeom>
          <a:solidFill>
            <a:srgbClr val="096C6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07" name="Google Shape;507;p117"/>
          <p:cNvSpPr/>
          <p:nvPr/>
        </p:nvSpPr>
        <p:spPr>
          <a:xfrm>
            <a:off x="4617000" y="2108300"/>
            <a:ext cx="4437000" cy="2944800"/>
          </a:xfrm>
          <a:prstGeom prst="roundRect">
            <a:avLst>
              <a:gd fmla="val 7367" name="adj"/>
            </a:avLst>
          </a:prstGeom>
          <a:solidFill>
            <a:srgbClr val="E7FEE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508" name="Google Shape;508;p117"/>
          <p:cNvPicPr preferRelativeResize="0"/>
          <p:nvPr/>
        </p:nvPicPr>
        <p:blipFill rotWithShape="1">
          <a:blip r:embed="rId2">
            <a:alphaModFix/>
          </a:blip>
          <a:srcRect b="2198" l="22857" r="29069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509" name="Google Shape;509;p117"/>
          <p:cNvSpPr/>
          <p:nvPr/>
        </p:nvSpPr>
        <p:spPr>
          <a:xfrm>
            <a:off x="4617000" y="1099150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57F0B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10" name="Google Shape;510;p1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1 photo 1 block">
  <p:cSld name="CUSTOM_1_1_3">
    <p:bg>
      <p:bgPr>
        <a:solidFill>
          <a:schemeClr val="lt1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20"/>
          <p:cNvSpPr/>
          <p:nvPr>
            <p:ph idx="2" type="pic"/>
          </p:nvPr>
        </p:nvSpPr>
        <p:spPr>
          <a:xfrm>
            <a:off x="4629550" y="90000"/>
            <a:ext cx="4437000" cy="2495400"/>
          </a:xfrm>
          <a:prstGeom prst="roundRect">
            <a:avLst>
              <a:gd fmla="val 5831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13" name="Google Shape;513;p120"/>
          <p:cNvSpPr/>
          <p:nvPr/>
        </p:nvSpPr>
        <p:spPr>
          <a:xfrm>
            <a:off x="4629550" y="2673300"/>
            <a:ext cx="4437000" cy="2380500"/>
          </a:xfrm>
          <a:prstGeom prst="roundRect">
            <a:avLst>
              <a:gd fmla="val 5450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4" name="Google Shape;514;p120"/>
          <p:cNvPicPr preferRelativeResize="0"/>
          <p:nvPr/>
        </p:nvPicPr>
        <p:blipFill rotWithShape="1">
          <a:blip r:embed="rId2">
            <a:alphaModFix/>
          </a:blip>
          <a:srcRect b="2198" l="22857" r="29069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515" name="Google Shape;515;p1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1 block 1 photo">
  <p:cSld name="CUSTOM_1_1_1">
    <p:bg>
      <p:bgPr>
        <a:solidFill>
          <a:schemeClr val="lt1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22"/>
          <p:cNvSpPr/>
          <p:nvPr/>
        </p:nvSpPr>
        <p:spPr>
          <a:xfrm>
            <a:off x="4629550" y="89700"/>
            <a:ext cx="4415700" cy="1466700"/>
          </a:xfrm>
          <a:prstGeom prst="roundRect">
            <a:avLst>
              <a:gd fmla="val 10960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22"/>
          <p:cNvSpPr/>
          <p:nvPr>
            <p:ph idx="2" type="pic"/>
          </p:nvPr>
        </p:nvSpPr>
        <p:spPr>
          <a:xfrm>
            <a:off x="4629550" y="1650000"/>
            <a:ext cx="4420200" cy="3402900"/>
          </a:xfrm>
          <a:prstGeom prst="roundRect">
            <a:avLst>
              <a:gd fmla="val 4758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519" name="Google Shape;519;p122"/>
          <p:cNvPicPr preferRelativeResize="0"/>
          <p:nvPr/>
        </p:nvPicPr>
        <p:blipFill rotWithShape="1">
          <a:blip r:embed="rId2">
            <a:alphaModFix/>
          </a:blip>
          <a:srcRect b="2198" l="22857" r="29069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520" name="Google Shape;520;p1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">
  <p:cSld name="CUSTOM_2_2_2">
    <p:bg>
      <p:bgPr>
        <a:solidFill>
          <a:schemeClr val="lt1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124"/>
          <p:cNvPicPr preferRelativeResize="0"/>
          <p:nvPr/>
        </p:nvPicPr>
        <p:blipFill rotWithShape="1">
          <a:blip r:embed="rId2">
            <a:alphaModFix/>
          </a:blip>
          <a:srcRect b="2198" l="22857" r="29069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523" name="Google Shape;523;p124"/>
          <p:cNvSpPr/>
          <p:nvPr>
            <p:ph idx="2" type="pic"/>
          </p:nvPr>
        </p:nvSpPr>
        <p:spPr>
          <a:xfrm>
            <a:off x="4628950" y="90300"/>
            <a:ext cx="4425000" cy="2436900"/>
          </a:xfrm>
          <a:prstGeom prst="roundRect">
            <a:avLst>
              <a:gd fmla="val 7393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24" name="Google Shape;524;p124"/>
          <p:cNvSpPr/>
          <p:nvPr>
            <p:ph idx="3" type="pic"/>
          </p:nvPr>
        </p:nvSpPr>
        <p:spPr>
          <a:xfrm>
            <a:off x="4628950" y="2625750"/>
            <a:ext cx="4425000" cy="2427900"/>
          </a:xfrm>
          <a:prstGeom prst="roundRect">
            <a:avLst>
              <a:gd fmla="val 7188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25" name="Google Shape;525;p1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| Green">
  <p:cSld name="TITLE_AND_BODY_1_1_1">
    <p:bg>
      <p:bgPr>
        <a:solidFill>
          <a:schemeClr val="lt1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1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5" y="96125"/>
            <a:ext cx="7985751" cy="4952624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1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 1">
  <p:cSld name="CUSTOM_2_2_2_1">
    <p:bg>
      <p:bgPr>
        <a:solidFill>
          <a:schemeClr val="lt1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27"/>
          <p:cNvSpPr/>
          <p:nvPr>
            <p:ph idx="2" type="pic"/>
          </p:nvPr>
        </p:nvSpPr>
        <p:spPr>
          <a:xfrm>
            <a:off x="4634925" y="89850"/>
            <a:ext cx="21909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32" name="Google Shape;532;p127"/>
          <p:cNvSpPr/>
          <p:nvPr>
            <p:ph idx="3" type="pic"/>
          </p:nvPr>
        </p:nvSpPr>
        <p:spPr>
          <a:xfrm>
            <a:off x="6924900" y="89850"/>
            <a:ext cx="21201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33" name="Google Shape;533;p127"/>
          <p:cNvSpPr/>
          <p:nvPr>
            <p:ph idx="4" type="pic"/>
          </p:nvPr>
        </p:nvSpPr>
        <p:spPr>
          <a:xfrm>
            <a:off x="4635000" y="2616750"/>
            <a:ext cx="21909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34" name="Google Shape;534;p127"/>
          <p:cNvSpPr/>
          <p:nvPr>
            <p:ph idx="5" type="pic"/>
          </p:nvPr>
        </p:nvSpPr>
        <p:spPr>
          <a:xfrm>
            <a:off x="6924900" y="2616750"/>
            <a:ext cx="21201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535" name="Google Shape;535;p127"/>
          <p:cNvPicPr preferRelativeResize="0"/>
          <p:nvPr/>
        </p:nvPicPr>
        <p:blipFill rotWithShape="1">
          <a:blip r:embed="rId2">
            <a:alphaModFix/>
          </a:blip>
          <a:srcRect b="2198" l="22857" r="29069" t="2208"/>
          <a:stretch/>
        </p:blipFill>
        <p:spPr>
          <a:xfrm rot="10800000">
            <a:off x="98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536" name="Google Shape;536;p1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 1 1">
  <p:cSld name="CUSTOM_2_2_2_1_1">
    <p:bg>
      <p:bgPr>
        <a:solidFill>
          <a:schemeClr val="lt1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29"/>
          <p:cNvSpPr/>
          <p:nvPr>
            <p:ph idx="2" type="pic"/>
          </p:nvPr>
        </p:nvSpPr>
        <p:spPr>
          <a:xfrm>
            <a:off x="4651125" y="89850"/>
            <a:ext cx="2174700" cy="2436900"/>
          </a:xfrm>
          <a:prstGeom prst="roundRect">
            <a:avLst>
              <a:gd fmla="val 9781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39" name="Google Shape;539;p129"/>
          <p:cNvSpPr/>
          <p:nvPr>
            <p:ph idx="3" type="pic"/>
          </p:nvPr>
        </p:nvSpPr>
        <p:spPr>
          <a:xfrm>
            <a:off x="6924900" y="89850"/>
            <a:ext cx="2120100" cy="2436900"/>
          </a:xfrm>
          <a:prstGeom prst="roundRect">
            <a:avLst>
              <a:gd fmla="val 9845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40" name="Google Shape;540;p129"/>
          <p:cNvSpPr/>
          <p:nvPr>
            <p:ph idx="4" type="pic"/>
          </p:nvPr>
        </p:nvSpPr>
        <p:spPr>
          <a:xfrm>
            <a:off x="4651125" y="2616750"/>
            <a:ext cx="4393800" cy="2436900"/>
          </a:xfrm>
          <a:prstGeom prst="roundRect">
            <a:avLst>
              <a:gd fmla="val 9768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41" name="Google Shape;541;p129"/>
          <p:cNvSpPr/>
          <p:nvPr>
            <p:ph idx="5" type="pic"/>
          </p:nvPr>
        </p:nvSpPr>
        <p:spPr>
          <a:xfrm>
            <a:off x="98925" y="2616750"/>
            <a:ext cx="2226600" cy="2436900"/>
          </a:xfrm>
          <a:prstGeom prst="roundRect">
            <a:avLst>
              <a:gd fmla="val 8754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42" name="Google Shape;542;p129"/>
          <p:cNvSpPr/>
          <p:nvPr>
            <p:ph idx="6" type="pic"/>
          </p:nvPr>
        </p:nvSpPr>
        <p:spPr>
          <a:xfrm>
            <a:off x="2424525" y="2616750"/>
            <a:ext cx="2127600" cy="2436900"/>
          </a:xfrm>
          <a:prstGeom prst="roundRect">
            <a:avLst>
              <a:gd fmla="val 9397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43" name="Google Shape;543;p129"/>
          <p:cNvSpPr/>
          <p:nvPr>
            <p:ph idx="7" type="pic"/>
          </p:nvPr>
        </p:nvSpPr>
        <p:spPr>
          <a:xfrm>
            <a:off x="98925" y="89850"/>
            <a:ext cx="4453200" cy="2436900"/>
          </a:xfrm>
          <a:prstGeom prst="roundRect">
            <a:avLst>
              <a:gd fmla="val 8623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44" name="Google Shape;544;p1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Blocks | Light theme">
  <p:cSld name="TITLE_1">
    <p:bg>
      <p:bgPr>
        <a:solidFill>
          <a:schemeClr val="lt1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30"/>
          <p:cNvSpPr/>
          <p:nvPr/>
        </p:nvSpPr>
        <p:spPr>
          <a:xfrm>
            <a:off x="486000" y="1052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47" name="Google Shape;547;p130"/>
          <p:cNvSpPr/>
          <p:nvPr/>
        </p:nvSpPr>
        <p:spPr>
          <a:xfrm>
            <a:off x="486000" y="2909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48" name="Google Shape;548;p130"/>
          <p:cNvSpPr/>
          <p:nvPr/>
        </p:nvSpPr>
        <p:spPr>
          <a:xfrm>
            <a:off x="4596300" y="1052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49" name="Google Shape;549;p130"/>
          <p:cNvSpPr/>
          <p:nvPr/>
        </p:nvSpPr>
        <p:spPr>
          <a:xfrm>
            <a:off x="4596300" y="2909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50" name="Google Shape;550;p1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| Dark ">
  <p:cSld name="TITLE_AND_BODY_1_1">
    <p:bg>
      <p:bgPr>
        <a:solidFill>
          <a:schemeClr val="lt1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1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00" y="93750"/>
            <a:ext cx="7992003" cy="4952326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1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Right corner 1">
  <p:cSld name="BLANK_1_1_2_2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1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1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 blocks | Dark blue">
  <p:cSld name="BLANK_1_1_3_1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1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135"/>
          <p:cNvSpPr/>
          <p:nvPr/>
        </p:nvSpPr>
        <p:spPr>
          <a:xfrm>
            <a:off x="616224" y="15438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61" name="Google Shape;561;p135"/>
          <p:cNvSpPr/>
          <p:nvPr/>
        </p:nvSpPr>
        <p:spPr>
          <a:xfrm>
            <a:off x="616224" y="24027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62" name="Google Shape;562;p135"/>
          <p:cNvSpPr/>
          <p:nvPr/>
        </p:nvSpPr>
        <p:spPr>
          <a:xfrm>
            <a:off x="616224" y="32616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63" name="Google Shape;563;p135"/>
          <p:cNvSpPr/>
          <p:nvPr/>
        </p:nvSpPr>
        <p:spPr>
          <a:xfrm>
            <a:off x="4621931" y="15438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64" name="Google Shape;564;p135"/>
          <p:cNvSpPr/>
          <p:nvPr/>
        </p:nvSpPr>
        <p:spPr>
          <a:xfrm>
            <a:off x="4621931" y="24027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65" name="Google Shape;565;p135"/>
          <p:cNvSpPr/>
          <p:nvPr/>
        </p:nvSpPr>
        <p:spPr>
          <a:xfrm>
            <a:off x="4621931" y="32616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66" name="Google Shape;566;p1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attern">
  <p:cSld name="CUSTOM_2_2">
    <p:bg>
      <p:bgPr>
        <a:solidFill>
          <a:schemeClr val="lt1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36"/>
          <p:cNvSpPr/>
          <p:nvPr/>
        </p:nvSpPr>
        <p:spPr>
          <a:xfrm>
            <a:off x="96550" y="90000"/>
            <a:ext cx="4430400" cy="4963500"/>
          </a:xfrm>
          <a:prstGeom prst="roundRect">
            <a:avLst>
              <a:gd fmla="val 3267" name="adj"/>
            </a:avLst>
          </a:prstGeom>
          <a:solidFill>
            <a:srgbClr val="130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9" name="Google Shape;569;p136"/>
          <p:cNvPicPr preferRelativeResize="0"/>
          <p:nvPr/>
        </p:nvPicPr>
        <p:blipFill rotWithShape="1">
          <a:blip r:embed="rId2">
            <a:alphaModFix/>
          </a:blip>
          <a:srcRect b="0" l="-147" r="1827" t="0"/>
          <a:stretch/>
        </p:blipFill>
        <p:spPr>
          <a:xfrm>
            <a:off x="9000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570" name="Google Shape;570;p136"/>
          <p:cNvSpPr/>
          <p:nvPr/>
        </p:nvSpPr>
        <p:spPr>
          <a:xfrm>
            <a:off x="4617000" y="90300"/>
            <a:ext cx="4437000" cy="2458200"/>
          </a:xfrm>
          <a:prstGeom prst="roundRect">
            <a:avLst>
              <a:gd fmla="val 5971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36"/>
          <p:cNvSpPr/>
          <p:nvPr/>
        </p:nvSpPr>
        <p:spPr>
          <a:xfrm>
            <a:off x="4617000" y="2634400"/>
            <a:ext cx="4437000" cy="2419200"/>
          </a:xfrm>
          <a:prstGeom prst="roundRect">
            <a:avLst>
              <a:gd fmla="val 5971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_pattern">
  <p:cSld name="CUSTOM_1">
    <p:bg>
      <p:bgPr>
        <a:solidFill>
          <a:schemeClr val="lt1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37"/>
          <p:cNvSpPr/>
          <p:nvPr/>
        </p:nvSpPr>
        <p:spPr>
          <a:xfrm>
            <a:off x="4617375" y="89400"/>
            <a:ext cx="4437000" cy="4963500"/>
          </a:xfrm>
          <a:prstGeom prst="roundRect">
            <a:avLst>
              <a:gd fmla="val 3509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5" name="Google Shape;575;p137"/>
          <p:cNvPicPr preferRelativeResize="0"/>
          <p:nvPr/>
        </p:nvPicPr>
        <p:blipFill rotWithShape="1">
          <a:blip r:embed="rId2">
            <a:alphaModFix/>
          </a:blip>
          <a:srcRect b="2626" l="24297" r="28169" t="2854"/>
          <a:stretch/>
        </p:blipFill>
        <p:spPr>
          <a:xfrm flipH="1" rot="10800000">
            <a:off x="834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576" name="Google Shape;576;p1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48">
          <p15:clr>
            <a:srgbClr val="E46962"/>
          </p15:clr>
        </p15:guide>
        <p15:guide id="2" orient="horz" pos="3183">
          <p15:clr>
            <a:srgbClr val="E46962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ock 1/3_Block 1">
  <p:cSld name="CUSTOM_1_1_2_3">
    <p:bg>
      <p:bgPr>
        <a:solidFill>
          <a:schemeClr val="lt1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38"/>
          <p:cNvSpPr/>
          <p:nvPr/>
        </p:nvSpPr>
        <p:spPr>
          <a:xfrm>
            <a:off x="4617038" y="90137"/>
            <a:ext cx="4437000" cy="1168500"/>
          </a:xfrm>
          <a:prstGeom prst="roundRect">
            <a:avLst>
              <a:gd fmla="val 12452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79" name="Google Shape;579;p138"/>
          <p:cNvSpPr/>
          <p:nvPr/>
        </p:nvSpPr>
        <p:spPr>
          <a:xfrm>
            <a:off x="4617038" y="2619141"/>
            <a:ext cx="4437000" cy="1168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80" name="Google Shape;580;p138"/>
          <p:cNvSpPr/>
          <p:nvPr/>
        </p:nvSpPr>
        <p:spPr>
          <a:xfrm>
            <a:off x="4617038" y="3884868"/>
            <a:ext cx="4437000" cy="1168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81" name="Google Shape;581;p138"/>
          <p:cNvSpPr/>
          <p:nvPr/>
        </p:nvSpPr>
        <p:spPr>
          <a:xfrm>
            <a:off x="4617038" y="1353437"/>
            <a:ext cx="4437000" cy="1168500"/>
          </a:xfrm>
          <a:prstGeom prst="roundRect">
            <a:avLst>
              <a:gd fmla="val 12452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582" name="Google Shape;582;p138"/>
          <p:cNvPicPr preferRelativeResize="0"/>
          <p:nvPr/>
        </p:nvPicPr>
        <p:blipFill rotWithShape="1">
          <a:blip r:embed="rId2">
            <a:alphaModFix/>
          </a:blip>
          <a:srcRect b="2198" l="22857" r="29069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583" name="Google Shape;583;p1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83">
          <p15:clr>
            <a:srgbClr val="E46962"/>
          </p15:clr>
        </p15:guide>
        <p15:guide id="2" pos="2854">
          <p15:clr>
            <a:srgbClr val="E46962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color block">
  <p:cSld name="CUSTOM_1_1_2_1_1_1">
    <p:bg>
      <p:bgPr>
        <a:solidFill>
          <a:schemeClr val="lt1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39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86" name="Google Shape;586;p139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FDD3D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E5E2FA"/>
              </a:highlight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87" name="Google Shape;587;p139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88" name="Google Shape;588;p139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89" name="Google Shape;589;p139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FFF7C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590" name="Google Shape;590;p139"/>
          <p:cNvPicPr preferRelativeResize="0"/>
          <p:nvPr/>
        </p:nvPicPr>
        <p:blipFill rotWithShape="1">
          <a:blip r:embed="rId2">
            <a:alphaModFix/>
          </a:blip>
          <a:srcRect b="2198" l="22857" r="29069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591" name="Google Shape;591;p1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/2 block">
  <p:cSld name="CUSTOM_2_2_1_2">
    <p:bg>
      <p:bgPr>
        <a:solidFill>
          <a:schemeClr val="lt1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40"/>
          <p:cNvSpPr/>
          <p:nvPr>
            <p:ph idx="2" type="pic"/>
          </p:nvPr>
        </p:nvSpPr>
        <p:spPr>
          <a:xfrm>
            <a:off x="98850" y="90300"/>
            <a:ext cx="4437000" cy="4962900"/>
          </a:xfrm>
          <a:prstGeom prst="roundRect">
            <a:avLst>
              <a:gd fmla="val 4057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94" name="Google Shape;594;p140"/>
          <p:cNvSpPr/>
          <p:nvPr/>
        </p:nvSpPr>
        <p:spPr>
          <a:xfrm>
            <a:off x="4633950" y="90000"/>
            <a:ext cx="4420200" cy="1751400"/>
          </a:xfrm>
          <a:prstGeom prst="roundRect">
            <a:avLst>
              <a:gd fmla="val 8308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40"/>
          <p:cNvSpPr/>
          <p:nvPr/>
        </p:nvSpPr>
        <p:spPr>
          <a:xfrm>
            <a:off x="4633800" y="1939500"/>
            <a:ext cx="4420200" cy="3114300"/>
          </a:xfrm>
          <a:prstGeom prst="roundRect">
            <a:avLst>
              <a:gd fmla="val 545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xylabs parterships">
  <p:cSld name="BLANK_1_4">
    <p:bg>
      <p:bgPr>
        <a:solidFill>
          <a:schemeClr val="lt1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99" name="Google Shape;599;p141"/>
          <p:cNvCxnSpPr/>
          <p:nvPr/>
        </p:nvCxnSpPr>
        <p:spPr>
          <a:xfrm>
            <a:off x="4572000" y="3451075"/>
            <a:ext cx="0" cy="669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0" name="Google Shape;600;p141"/>
          <p:cNvSpPr/>
          <p:nvPr>
            <p:ph idx="2" type="pic"/>
          </p:nvPr>
        </p:nvSpPr>
        <p:spPr>
          <a:xfrm>
            <a:off x="1765175" y="3399300"/>
            <a:ext cx="2202000" cy="795300"/>
          </a:xfrm>
          <a:prstGeom prst="rect">
            <a:avLst/>
          </a:prstGeom>
          <a:noFill/>
          <a:ln>
            <a:noFill/>
          </a:ln>
        </p:spPr>
      </p:sp>
      <p:sp>
        <p:nvSpPr>
          <p:cNvPr id="601" name="Google Shape;601;p141"/>
          <p:cNvSpPr/>
          <p:nvPr>
            <p:ph idx="3" type="pic"/>
          </p:nvPr>
        </p:nvSpPr>
        <p:spPr>
          <a:xfrm>
            <a:off x="5212000" y="3399300"/>
            <a:ext cx="2202000" cy="795300"/>
          </a:xfrm>
          <a:prstGeom prst="rect">
            <a:avLst/>
          </a:prstGeom>
          <a:noFill/>
          <a:ln>
            <a:noFill/>
          </a:ln>
        </p:spPr>
      </p:sp>
      <p:sp>
        <p:nvSpPr>
          <p:cNvPr id="602" name="Google Shape;602;p141"/>
          <p:cNvSpPr/>
          <p:nvPr/>
        </p:nvSpPr>
        <p:spPr>
          <a:xfrm>
            <a:off x="4174350" y="2174100"/>
            <a:ext cx="795300" cy="795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314325" rotWithShape="0" algn="bl" dir="5400000" dist="7620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41"/>
          <p:cNvSpPr/>
          <p:nvPr/>
        </p:nvSpPr>
        <p:spPr>
          <a:xfrm>
            <a:off x="90000" y="2625350"/>
            <a:ext cx="8964000" cy="2428200"/>
          </a:xfrm>
          <a:prstGeom prst="roundRect">
            <a:avLst>
              <a:gd fmla="val 9481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41"/>
          <p:cNvSpPr/>
          <p:nvPr/>
        </p:nvSpPr>
        <p:spPr>
          <a:xfrm>
            <a:off x="88050" y="90000"/>
            <a:ext cx="8967900" cy="2428200"/>
          </a:xfrm>
          <a:prstGeom prst="roundRect">
            <a:avLst>
              <a:gd fmla="val 7195" name="adj"/>
            </a:avLst>
          </a:prstGeom>
          <a:solidFill>
            <a:srgbClr val="F5F6F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41"/>
          <p:cNvSpPr/>
          <p:nvPr/>
        </p:nvSpPr>
        <p:spPr>
          <a:xfrm>
            <a:off x="4174350" y="2174100"/>
            <a:ext cx="795300" cy="795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314325" rotWithShape="0" algn="bl" dir="5400000" dist="7620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Left corner 1">
  <p:cSld name="BLANK_1_1_1_1"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42"/>
          <p:cNvSpPr txBox="1"/>
          <p:nvPr/>
        </p:nvSpPr>
        <p:spPr>
          <a:xfrm rot="-5400000">
            <a:off x="7400100" y="29898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509F"/>
                </a:solidFill>
                <a:latin typeface="Anek Latin"/>
                <a:ea typeface="Anek Latin"/>
                <a:cs typeface="Anek Latin"/>
                <a:sym typeface="Anek Latin"/>
              </a:rPr>
              <a:t>Confidential, for internal company use only</a:t>
            </a:r>
            <a:endParaRPr b="0" i="0" sz="800" u="none" cap="none" strike="noStrike">
              <a:solidFill>
                <a:srgbClr val="59509F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608" name="Google Shape;608;p1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4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1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">
          <p15:clr>
            <a:srgbClr val="E46962"/>
          </p15:clr>
        </p15:guide>
        <p15:guide id="2" orient="horz" pos="3179">
          <p15:clr>
            <a:srgbClr val="E46962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Left corner | Lower opacity">
  <p:cSld name="BLANK_1_1_1_1_1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1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4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1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">
          <p15:clr>
            <a:srgbClr val="E46962"/>
          </p15:clr>
        </p15:guide>
        <p15:guide id="2" orient="horz" pos="3179">
          <p15:clr>
            <a:srgbClr val="E46962"/>
          </p15:clr>
        </p15:guide>
        <p15:guide id="3" pos="5700">
          <p15:clr>
            <a:srgbClr val="E46962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big dark blue info block 1">
  <p:cSld name="BLANK_1_1_2_1_1"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1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146"/>
          <p:cNvSpPr/>
          <p:nvPr/>
        </p:nvSpPr>
        <p:spPr>
          <a:xfrm>
            <a:off x="571950" y="1850250"/>
            <a:ext cx="8033400" cy="27174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16" name="Google Shape;616;p1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3185">
          <p15:clr>
            <a:srgbClr val="E46962"/>
          </p15:clr>
        </p15:guide>
        <p15:guide id="3" pos="57">
          <p15:clr>
            <a:srgbClr val="E46962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COLOR ">
  <p:cSld name="TITLE_AND_BODY_1_2">
    <p:bg>
      <p:bgPr>
        <a:solidFill>
          <a:schemeClr val="lt1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47"/>
          <p:cNvSpPr/>
          <p:nvPr/>
        </p:nvSpPr>
        <p:spPr>
          <a:xfrm>
            <a:off x="105900" y="87750"/>
            <a:ext cx="8932200" cy="4968000"/>
          </a:xfrm>
          <a:prstGeom prst="roundRect">
            <a:avLst>
              <a:gd fmla="val 4505" name="adj"/>
            </a:avLst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8">
          <p15:clr>
            <a:srgbClr val="E46962"/>
          </p15:clr>
        </p15:guide>
        <p15:guide id="2" orient="horz" pos="2877">
          <p15:clr>
            <a:srgbClr val="E46962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pattern 1">
  <p:cSld name="BLANK_1_1_3_4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1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1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7">
          <p15:clr>
            <a:srgbClr val="E46962"/>
          </p15:clr>
        </p15:guide>
        <p15:guide id="2" orient="horz" pos="3186">
          <p15:clr>
            <a:srgbClr val="E46962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Blocks">
  <p:cSld name="BLANK_1_1_3_2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49"/>
          <p:cNvSpPr/>
          <p:nvPr/>
        </p:nvSpPr>
        <p:spPr>
          <a:xfrm>
            <a:off x="105900" y="87750"/>
            <a:ext cx="8932200" cy="4968000"/>
          </a:xfrm>
          <a:prstGeom prst="roundRect">
            <a:avLst>
              <a:gd fmla="val 4505" name="adj"/>
            </a:avLst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49"/>
          <p:cNvSpPr/>
          <p:nvPr/>
        </p:nvSpPr>
        <p:spPr>
          <a:xfrm>
            <a:off x="613449" y="2829775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46D90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26" name="Google Shape;626;p149"/>
          <p:cNvSpPr/>
          <p:nvPr/>
        </p:nvSpPr>
        <p:spPr>
          <a:xfrm>
            <a:off x="4619156" y="1970875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46D90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27" name="Google Shape;627;p149"/>
          <p:cNvSpPr/>
          <p:nvPr/>
        </p:nvSpPr>
        <p:spPr>
          <a:xfrm>
            <a:off x="4619156" y="2829775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46D90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28" name="Google Shape;628;p149"/>
          <p:cNvSpPr/>
          <p:nvPr/>
        </p:nvSpPr>
        <p:spPr>
          <a:xfrm>
            <a:off x="613449" y="197410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46D90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29" name="Google Shape;629;p1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7">
          <p15:clr>
            <a:srgbClr val="E46962"/>
          </p15:clr>
        </p15:guide>
        <p15:guide id="2" orient="horz" pos="3186">
          <p15:clr>
            <a:srgbClr val="E46962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 blocks | Dark blue 1">
  <p:cSld name="BLANK_1_1_3_1_1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50"/>
          <p:cNvSpPr/>
          <p:nvPr/>
        </p:nvSpPr>
        <p:spPr>
          <a:xfrm>
            <a:off x="105900" y="87750"/>
            <a:ext cx="8932200" cy="4968000"/>
          </a:xfrm>
          <a:prstGeom prst="roundRect">
            <a:avLst>
              <a:gd fmla="val 4690" name="adj"/>
            </a:avLst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50"/>
          <p:cNvSpPr/>
          <p:nvPr/>
        </p:nvSpPr>
        <p:spPr>
          <a:xfrm>
            <a:off x="616224" y="15438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33" name="Google Shape;633;p150"/>
          <p:cNvSpPr/>
          <p:nvPr/>
        </p:nvSpPr>
        <p:spPr>
          <a:xfrm>
            <a:off x="616224" y="24027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34" name="Google Shape;634;p150"/>
          <p:cNvSpPr/>
          <p:nvPr/>
        </p:nvSpPr>
        <p:spPr>
          <a:xfrm>
            <a:off x="616224" y="32616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35" name="Google Shape;635;p150"/>
          <p:cNvSpPr/>
          <p:nvPr/>
        </p:nvSpPr>
        <p:spPr>
          <a:xfrm>
            <a:off x="4621931" y="15438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36" name="Google Shape;636;p150"/>
          <p:cNvSpPr/>
          <p:nvPr/>
        </p:nvSpPr>
        <p:spPr>
          <a:xfrm>
            <a:off x="4621931" y="24027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37" name="Google Shape;637;p150"/>
          <p:cNvSpPr/>
          <p:nvPr/>
        </p:nvSpPr>
        <p:spPr>
          <a:xfrm>
            <a:off x="4621931" y="32616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38" name="Google Shape;638;p1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3122">
          <p15:clr>
            <a:srgbClr val="E46962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attern 1">
  <p:cSld name="CUSTOM_2_2_4">
    <p:bg>
      <p:bgPr>
        <a:solidFill>
          <a:schemeClr val="lt1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51"/>
          <p:cNvSpPr/>
          <p:nvPr/>
        </p:nvSpPr>
        <p:spPr>
          <a:xfrm>
            <a:off x="4617000" y="90300"/>
            <a:ext cx="4437000" cy="2458200"/>
          </a:xfrm>
          <a:prstGeom prst="roundRect">
            <a:avLst>
              <a:gd fmla="val 5971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51"/>
          <p:cNvSpPr/>
          <p:nvPr/>
        </p:nvSpPr>
        <p:spPr>
          <a:xfrm>
            <a:off x="4617000" y="2634400"/>
            <a:ext cx="4437000" cy="2419200"/>
          </a:xfrm>
          <a:prstGeom prst="roundRect">
            <a:avLst>
              <a:gd fmla="val 5971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2" name="Google Shape;642;p151"/>
          <p:cNvPicPr preferRelativeResize="0"/>
          <p:nvPr/>
        </p:nvPicPr>
        <p:blipFill rotWithShape="1">
          <a:blip r:embed="rId2">
            <a:alphaModFix/>
          </a:blip>
          <a:srcRect b="2343" l="42670" r="12484" t="8479"/>
          <a:stretch/>
        </p:blipFill>
        <p:spPr>
          <a:xfrm flipH="1" rot="10800000">
            <a:off x="96550" y="90300"/>
            <a:ext cx="4437000" cy="4962900"/>
          </a:xfrm>
          <a:prstGeom prst="roundRect">
            <a:avLst>
              <a:gd fmla="val 4860" name="adj"/>
            </a:avLst>
          </a:prstGeom>
          <a:noFill/>
          <a:ln>
            <a:noFill/>
          </a:ln>
        </p:spPr>
      </p:pic>
      <p:sp>
        <p:nvSpPr>
          <p:cNvPr id="643" name="Google Shape;643;p1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83">
          <p15:clr>
            <a:srgbClr val="E46962"/>
          </p15:clr>
        </p15:guide>
        <p15:guide id="2" pos="61">
          <p15:clr>
            <a:srgbClr val="E46962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 profile 1">
  <p:cSld name="CUSTOM_2_2_3_1">
    <p:bg>
      <p:bgPr>
        <a:solidFill>
          <a:schemeClr val="lt1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52"/>
          <p:cNvSpPr/>
          <p:nvPr/>
        </p:nvSpPr>
        <p:spPr>
          <a:xfrm>
            <a:off x="4617000" y="3619500"/>
            <a:ext cx="4437000" cy="1434300"/>
          </a:xfrm>
          <a:prstGeom prst="roundRect">
            <a:avLst>
              <a:gd fmla="val 10622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52"/>
          <p:cNvSpPr/>
          <p:nvPr>
            <p:ph idx="2" type="pic"/>
          </p:nvPr>
        </p:nvSpPr>
        <p:spPr>
          <a:xfrm>
            <a:off x="4617000" y="90300"/>
            <a:ext cx="4437000" cy="3439200"/>
          </a:xfrm>
          <a:prstGeom prst="roundRect">
            <a:avLst>
              <a:gd fmla="val 5230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647" name="Google Shape;647;p1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525" y="717925"/>
            <a:ext cx="1069824" cy="21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152"/>
          <p:cNvPicPr preferRelativeResize="0"/>
          <p:nvPr/>
        </p:nvPicPr>
        <p:blipFill rotWithShape="1">
          <a:blip r:embed="rId3">
            <a:alphaModFix/>
          </a:blip>
          <a:srcRect b="8150" l="28687" r="26467" t="2675"/>
          <a:stretch/>
        </p:blipFill>
        <p:spPr>
          <a:xfrm rot="10800000">
            <a:off x="95700" y="92700"/>
            <a:ext cx="4432500" cy="4958100"/>
          </a:xfrm>
          <a:prstGeom prst="roundRect">
            <a:avLst>
              <a:gd fmla="val 5045" name="adj"/>
            </a:avLst>
          </a:prstGeom>
          <a:noFill/>
          <a:ln>
            <a:noFill/>
          </a:ln>
        </p:spPr>
      </p:pic>
      <p:sp>
        <p:nvSpPr>
          <p:cNvPr id="649" name="Google Shape;649;p1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77">
          <p15:clr>
            <a:srgbClr val="E46962"/>
          </p15:clr>
        </p15:guide>
        <p15:guide id="2" pos="363">
          <p15:clr>
            <a:srgbClr val="E46962"/>
          </p15:clr>
        </p15:guide>
        <p15:guide id="3" orient="horz" pos="256">
          <p15:clr>
            <a:srgbClr val="E46962"/>
          </p15:clr>
        </p15:guide>
        <p15:guide id="4" pos="60">
          <p15:clr>
            <a:srgbClr val="E46962"/>
          </p15:clr>
        </p15:guide>
        <p15:guide id="5" orient="horz" pos="3179">
          <p15:clr>
            <a:srgbClr val="E46962"/>
          </p15:clr>
        </p15:guide>
        <p15:guide id="6" pos="257">
          <p15:clr>
            <a:srgbClr val="E46962"/>
          </p15:clr>
        </p15:guide>
        <p15:guide id="7" orient="horz" pos="588">
          <p15:clr>
            <a:srgbClr val="E46962"/>
          </p15:clr>
        </p15:guide>
        <p15:guide id="8" orient="horz" pos="460">
          <p15:clr>
            <a:srgbClr val="E46962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 1">
  <p:cSld name="SECTION_HEADER_1_1"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53"/>
          <p:cNvSpPr/>
          <p:nvPr/>
        </p:nvSpPr>
        <p:spPr>
          <a:xfrm>
            <a:off x="90725" y="1002925"/>
            <a:ext cx="8964900" cy="4052100"/>
          </a:xfrm>
          <a:prstGeom prst="roundRect">
            <a:avLst>
              <a:gd fmla="val 5643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1800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30F35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652" name="Google Shape;652;p1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1">
          <p15:clr>
            <a:srgbClr val="E46962"/>
          </p15:clr>
        </p15:guide>
        <p15:guide id="2" orient="horz" pos="2808">
          <p15:clr>
            <a:srgbClr val="E46962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_pattern 1">
  <p:cSld name="CUSTOM_1_1">
    <p:bg>
      <p:bgPr>
        <a:solidFill>
          <a:schemeClr val="lt1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54"/>
          <p:cNvSpPr/>
          <p:nvPr/>
        </p:nvSpPr>
        <p:spPr>
          <a:xfrm>
            <a:off x="4617375" y="89400"/>
            <a:ext cx="4437000" cy="4963500"/>
          </a:xfrm>
          <a:prstGeom prst="roundRect">
            <a:avLst>
              <a:gd fmla="val 3509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5" name="Google Shape;655;p154"/>
          <p:cNvPicPr preferRelativeResize="0"/>
          <p:nvPr/>
        </p:nvPicPr>
        <p:blipFill rotWithShape="1">
          <a:blip r:embed="rId2">
            <a:alphaModFix/>
          </a:blip>
          <a:srcRect b="2343" l="42670" r="12484" t="8479"/>
          <a:stretch/>
        </p:blipFill>
        <p:spPr>
          <a:xfrm flipH="1" rot="10800000">
            <a:off x="90050" y="89700"/>
            <a:ext cx="4437000" cy="4962900"/>
          </a:xfrm>
          <a:prstGeom prst="roundRect">
            <a:avLst>
              <a:gd fmla="val 5195" name="adj"/>
            </a:avLst>
          </a:prstGeom>
          <a:noFill/>
          <a:ln>
            <a:noFill/>
          </a:ln>
        </p:spPr>
      </p:pic>
      <p:sp>
        <p:nvSpPr>
          <p:cNvPr id="656" name="Google Shape;656;p1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77">
          <p15:clr>
            <a:srgbClr val="E46962"/>
          </p15:clr>
        </p15:guide>
        <p15:guide id="2" pos="57">
          <p15:clr>
            <a:srgbClr val="E46962"/>
          </p15:clr>
        </p15:guide>
        <p15:guide id="3" orient="horz" pos="56">
          <p15:clr>
            <a:srgbClr val="E46962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1/3_Block 1">
  <p:cSld name="CUSTOM_2_2_1_1_1">
    <p:bg>
      <p:bgPr>
        <a:solidFill>
          <a:schemeClr val="lt1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55"/>
          <p:cNvSpPr/>
          <p:nvPr>
            <p:ph idx="2" type="pic"/>
          </p:nvPr>
        </p:nvSpPr>
        <p:spPr>
          <a:xfrm>
            <a:off x="98875" y="90275"/>
            <a:ext cx="4437000" cy="4962900"/>
          </a:xfrm>
          <a:prstGeom prst="roundRect">
            <a:avLst>
              <a:gd fmla="val 3928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659" name="Google Shape;659;p155"/>
          <p:cNvSpPr/>
          <p:nvPr/>
        </p:nvSpPr>
        <p:spPr>
          <a:xfrm>
            <a:off x="4617000" y="90000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60" name="Google Shape;660;p155"/>
          <p:cNvSpPr/>
          <p:nvPr/>
        </p:nvSpPr>
        <p:spPr>
          <a:xfrm>
            <a:off x="4617000" y="3458675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61" name="Google Shape;661;p155"/>
          <p:cNvSpPr/>
          <p:nvPr/>
        </p:nvSpPr>
        <p:spPr>
          <a:xfrm>
            <a:off x="4617000" y="1774338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62" name="Google Shape;662;p1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57">
          <p15:clr>
            <a:srgbClr val="E46962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ock 1/3_Block 2">
  <p:cSld name="CUSTOM_1_1_2_4">
    <p:bg>
      <p:bgPr>
        <a:solidFill>
          <a:schemeClr val="lt1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56"/>
          <p:cNvSpPr/>
          <p:nvPr/>
        </p:nvSpPr>
        <p:spPr>
          <a:xfrm>
            <a:off x="4617000" y="90000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65" name="Google Shape;665;p156"/>
          <p:cNvSpPr/>
          <p:nvPr/>
        </p:nvSpPr>
        <p:spPr>
          <a:xfrm>
            <a:off x="4617000" y="3458675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66" name="Google Shape;666;p156"/>
          <p:cNvSpPr/>
          <p:nvPr/>
        </p:nvSpPr>
        <p:spPr>
          <a:xfrm>
            <a:off x="4617000" y="1774338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667" name="Google Shape;667;p156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668" name="Google Shape;668;p1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620">
          <p15:clr>
            <a:srgbClr val="E46962"/>
          </p15:clr>
        </p15:guide>
        <p15:guide id="5" orient="horz" pos="3183">
          <p15:clr>
            <a:srgbClr val="E46962"/>
          </p15:clr>
        </p15:guide>
        <p15:guide id="6" pos="59">
          <p15:clr>
            <a:srgbClr val="E46962"/>
          </p15:clr>
        </p15:guide>
        <p15:guide id="7" pos="2908">
          <p15:clr>
            <a:srgbClr val="E46962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ock 1/3_Block 1 1">
  <p:cSld name="CUSTOM_1_1_2_3_1">
    <p:bg>
      <p:bgPr>
        <a:solidFill>
          <a:schemeClr val="lt1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57"/>
          <p:cNvSpPr/>
          <p:nvPr/>
        </p:nvSpPr>
        <p:spPr>
          <a:xfrm>
            <a:off x="4617038" y="90137"/>
            <a:ext cx="4437000" cy="1168500"/>
          </a:xfrm>
          <a:prstGeom prst="roundRect">
            <a:avLst>
              <a:gd fmla="val 12452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71" name="Google Shape;671;p157"/>
          <p:cNvSpPr/>
          <p:nvPr/>
        </p:nvSpPr>
        <p:spPr>
          <a:xfrm>
            <a:off x="4617038" y="2619141"/>
            <a:ext cx="4437000" cy="1168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72" name="Google Shape;672;p157"/>
          <p:cNvSpPr/>
          <p:nvPr/>
        </p:nvSpPr>
        <p:spPr>
          <a:xfrm>
            <a:off x="4617038" y="3884868"/>
            <a:ext cx="4437000" cy="1168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73" name="Google Shape;673;p157"/>
          <p:cNvSpPr/>
          <p:nvPr/>
        </p:nvSpPr>
        <p:spPr>
          <a:xfrm>
            <a:off x="4617038" y="1353437"/>
            <a:ext cx="4437000" cy="1168500"/>
          </a:xfrm>
          <a:prstGeom prst="roundRect">
            <a:avLst>
              <a:gd fmla="val 12452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674" name="Google Shape;674;p157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675" name="Google Shape;675;p1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620">
          <p15:clr>
            <a:srgbClr val="E46962"/>
          </p15:clr>
        </p15:guide>
        <p15:guide id="5" orient="horz" pos="3183">
          <p15:clr>
            <a:srgbClr val="E46962"/>
          </p15:clr>
        </p15:guide>
        <p15:guide id="6" pos="59">
          <p15:clr>
            <a:srgbClr val="E46962"/>
          </p15:clr>
        </p15:guide>
        <p15:guide id="7" pos="2908">
          <p15:clr>
            <a:srgbClr val="E46962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block 1">
  <p:cSld name="CUSTOM_1_1_2_2_2">
    <p:bg>
      <p:bgPr>
        <a:solidFill>
          <a:schemeClr val="lt1"/>
        </a:soli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58"/>
          <p:cNvSpPr/>
          <p:nvPr/>
        </p:nvSpPr>
        <p:spPr>
          <a:xfrm>
            <a:off x="4617000" y="90000"/>
            <a:ext cx="4437000" cy="909600"/>
          </a:xfrm>
          <a:prstGeom prst="roundRect">
            <a:avLst>
              <a:gd fmla="val 14765" name="adj"/>
            </a:avLst>
          </a:prstGeom>
          <a:solidFill>
            <a:srgbClr val="096C6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78" name="Google Shape;678;p158"/>
          <p:cNvSpPr/>
          <p:nvPr/>
        </p:nvSpPr>
        <p:spPr>
          <a:xfrm>
            <a:off x="4617000" y="4112700"/>
            <a:ext cx="4437000" cy="909600"/>
          </a:xfrm>
          <a:prstGeom prst="roundRect">
            <a:avLst>
              <a:gd fmla="val 14149" name="adj"/>
            </a:avLst>
          </a:prstGeom>
          <a:solidFill>
            <a:srgbClr val="E7FEE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79" name="Google Shape;679;p158"/>
          <p:cNvSpPr/>
          <p:nvPr/>
        </p:nvSpPr>
        <p:spPr>
          <a:xfrm>
            <a:off x="4617000" y="2101350"/>
            <a:ext cx="4437000" cy="909600"/>
          </a:xfrm>
          <a:prstGeom prst="roundRect">
            <a:avLst>
              <a:gd fmla="val 16612" name="adj"/>
            </a:avLst>
          </a:prstGeom>
          <a:solidFill>
            <a:srgbClr val="57F0B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80" name="Google Shape;680;p158"/>
          <p:cNvSpPr/>
          <p:nvPr/>
        </p:nvSpPr>
        <p:spPr>
          <a:xfrm>
            <a:off x="4617000" y="1095675"/>
            <a:ext cx="4437000" cy="909600"/>
          </a:xfrm>
          <a:prstGeom prst="roundRect">
            <a:avLst>
              <a:gd fmla="val 15996" name="adj"/>
            </a:avLst>
          </a:prstGeom>
          <a:solidFill>
            <a:srgbClr val="19C59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81" name="Google Shape;681;p158"/>
          <p:cNvSpPr/>
          <p:nvPr/>
        </p:nvSpPr>
        <p:spPr>
          <a:xfrm>
            <a:off x="4617000" y="3107025"/>
            <a:ext cx="4437000" cy="909600"/>
          </a:xfrm>
          <a:prstGeom prst="roundRect">
            <a:avLst>
              <a:gd fmla="val 16612" name="adj"/>
            </a:avLst>
          </a:prstGeom>
          <a:solidFill>
            <a:srgbClr val="A6FCC8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682" name="Google Shape;682;p158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683" name="Google Shape;683;p1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9">
          <p15:clr>
            <a:srgbClr val="E46962"/>
          </p15:clr>
        </p15:guide>
        <p15:guide id="5" pos="2908">
          <p15:clr>
            <a:srgbClr val="E46962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3 block 1">
  <p:cSld name="CUSTOM_1_1_2_2_1_1">
    <p:bg>
      <p:bgPr>
        <a:solidFill>
          <a:schemeClr val="lt1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59"/>
          <p:cNvSpPr/>
          <p:nvPr/>
        </p:nvSpPr>
        <p:spPr>
          <a:xfrm>
            <a:off x="4617000" y="90000"/>
            <a:ext cx="4437000" cy="909600"/>
          </a:xfrm>
          <a:prstGeom prst="roundRect">
            <a:avLst>
              <a:gd fmla="val 17741" name="adj"/>
            </a:avLst>
          </a:prstGeom>
          <a:solidFill>
            <a:srgbClr val="096C6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86" name="Google Shape;686;p159"/>
          <p:cNvSpPr/>
          <p:nvPr/>
        </p:nvSpPr>
        <p:spPr>
          <a:xfrm>
            <a:off x="4617000" y="2108300"/>
            <a:ext cx="4437000" cy="2944800"/>
          </a:xfrm>
          <a:prstGeom prst="roundRect">
            <a:avLst>
              <a:gd fmla="val 7367" name="adj"/>
            </a:avLst>
          </a:prstGeom>
          <a:solidFill>
            <a:srgbClr val="E7FEE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87" name="Google Shape;687;p159"/>
          <p:cNvSpPr/>
          <p:nvPr/>
        </p:nvSpPr>
        <p:spPr>
          <a:xfrm>
            <a:off x="4617000" y="1099150"/>
            <a:ext cx="4437000" cy="909600"/>
          </a:xfrm>
          <a:prstGeom prst="roundRect">
            <a:avLst>
              <a:gd fmla="val 16612" name="adj"/>
            </a:avLst>
          </a:prstGeom>
          <a:solidFill>
            <a:srgbClr val="57F0B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688" name="Google Shape;688;p159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689" name="Google Shape;689;p1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318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9">
          <p15:clr>
            <a:srgbClr val="E46962"/>
          </p15:clr>
        </p15:guide>
        <p15:guide id="5" pos="3057">
          <p15:clr>
            <a:srgbClr val="E46962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6 block 1 1">
  <p:cSld name="CUSTOM_1_1_2_1_1_3">
    <p:bg>
      <p:bgPr>
        <a:solidFill>
          <a:schemeClr val="lt1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160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4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692" name="Google Shape;692;p160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93" name="Google Shape;693;p160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E5E2FA"/>
              </a:highlight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94" name="Google Shape;694;p160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95" name="Google Shape;695;p160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96" name="Google Shape;696;p160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97" name="Google Shape;697;p160"/>
          <p:cNvSpPr/>
          <p:nvPr/>
        </p:nvSpPr>
        <p:spPr>
          <a:xfrm>
            <a:off x="6896925" y="34599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98" name="Google Shape;698;p1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736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620">
          <p15:clr>
            <a:srgbClr val="E46962"/>
          </p15:clr>
        </p15:guide>
        <p15:guide id="5" orient="horz" pos="3183">
          <p15:clr>
            <a:srgbClr val="E46962"/>
          </p15:clr>
        </p15:guide>
        <p15:guide id="6" pos="59">
          <p15:clr>
            <a:srgbClr val="E46962"/>
          </p15:clr>
        </p15:guide>
        <p15:guide id="7" pos="2908">
          <p15:clr>
            <a:srgbClr val="E46962"/>
          </p15:clr>
        </p15:guide>
        <p15:guide id="8" pos="5698">
          <p15:clr>
            <a:srgbClr val="E46962"/>
          </p15:clr>
        </p15:guide>
        <p15:guide id="9" pos="4283">
          <p15:clr>
            <a:srgbClr val="E46962"/>
          </p15:clr>
        </p15:guide>
        <p15:guide id="10" pos="4329">
          <p15:clr>
            <a:srgbClr val="E46962"/>
          </p15:clr>
        </p15:guide>
        <p15:guide id="11" orient="horz" pos="57">
          <p15:clr>
            <a:srgbClr val="E46962"/>
          </p15:clr>
        </p15:guide>
        <p15:guide id="12" orient="horz" pos="1113">
          <p15:clr>
            <a:srgbClr val="E46962"/>
          </p15:clr>
        </p15:guide>
        <p15:guide id="13" orient="horz" pos="2179">
          <p15:clr>
            <a:srgbClr val="E46962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color block 1">
  <p:cSld name="CUSTOM_1_1_2_1_1_1_1">
    <p:bg>
      <p:bgPr>
        <a:solidFill>
          <a:schemeClr val="lt1"/>
        </a:solid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61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01" name="Google Shape;701;p161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FDD3D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02" name="Google Shape;702;p161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03" name="Google Shape;703;p161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04" name="Google Shape;704;p161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FFF7C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705" name="Google Shape;705;p161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810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706" name="Google Shape;706;p1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620">
          <p15:clr>
            <a:srgbClr val="E46962"/>
          </p15:clr>
        </p15:guide>
        <p15:guide id="5" orient="horz" pos="3183">
          <p15:clr>
            <a:srgbClr val="E46962"/>
          </p15:clr>
        </p15:guide>
        <p15:guide id="6" pos="62">
          <p15:clr>
            <a:srgbClr val="E46962"/>
          </p15:clr>
        </p15:guide>
        <p15:guide id="7" pos="2919">
          <p15:clr>
            <a:srgbClr val="E46962"/>
          </p15:clr>
        </p15:guide>
        <p15:guide id="8" pos="5698">
          <p15:clr>
            <a:srgbClr val="E46962"/>
          </p15:clr>
        </p15:guide>
        <p15:guide id="9" pos="4283">
          <p15:clr>
            <a:srgbClr val="E46962"/>
          </p15:clr>
        </p15:guide>
        <p15:guide id="10" pos="4345">
          <p15:clr>
            <a:srgbClr val="E46962"/>
          </p15:clr>
        </p15:guide>
        <p15:guide id="11" orient="horz" pos="57">
          <p15:clr>
            <a:srgbClr val="E46962"/>
          </p15:clr>
        </p15:guide>
        <p15:guide id="12" orient="horz" pos="1123">
          <p15:clr>
            <a:srgbClr val="E46962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color block 2">
  <p:cSld name="CUSTOM_1_1_2_1_1_2_1">
    <p:bg>
      <p:bgPr>
        <a:solidFill>
          <a:schemeClr val="lt1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8" name="Google Shape;708;p162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709" name="Google Shape;709;p162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10" name="Google Shape;710;p162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E5E2F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E5E2FA"/>
              </a:highlight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11" name="Google Shape;711;p162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12" name="Google Shape;712;p162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13" name="Google Shape;713;p162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14" name="Google Shape;714;p1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620">
          <p15:clr>
            <a:srgbClr val="E46962"/>
          </p15:clr>
        </p15:guide>
        <p15:guide id="5" orient="horz" pos="3178">
          <p15:clr>
            <a:srgbClr val="E46962"/>
          </p15:clr>
        </p15:guide>
        <p15:guide id="6" pos="59">
          <p15:clr>
            <a:srgbClr val="E46962"/>
          </p15:clr>
        </p15:guide>
        <p15:guide id="7" pos="2908">
          <p15:clr>
            <a:srgbClr val="E46962"/>
          </p15:clr>
        </p15:guide>
        <p15:guide id="8" pos="5698">
          <p15:clr>
            <a:srgbClr val="E46962"/>
          </p15:clr>
        </p15:guide>
        <p15:guide id="9" pos="4283">
          <p15:clr>
            <a:srgbClr val="E46962"/>
          </p15:clr>
        </p15:guide>
        <p15:guide id="10" pos="4345">
          <p15:clr>
            <a:srgbClr val="E46962"/>
          </p15:clr>
        </p15:guide>
        <p15:guide id="11" orient="horz" pos="57">
          <p15:clr>
            <a:srgbClr val="E46962"/>
          </p15:clr>
        </p15:guide>
        <p15:guide id="12" orient="horz" pos="1123">
          <p15:clr>
            <a:srgbClr val="E46962"/>
          </p15:clr>
        </p15:guide>
        <p15:guide id="13" pos="2920">
          <p15:clr>
            <a:srgbClr val="E46962"/>
          </p15:clr>
        </p15:guide>
        <p15:guide id="14" orient="horz" pos="2180">
          <p15:clr>
            <a:srgbClr val="E46962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Blocks | Light theme 1">
  <p:cSld name="TITLE_1_1">
    <p:bg>
      <p:bgPr>
        <a:solidFill>
          <a:schemeClr val="lt1"/>
        </a:solidFill>
      </p:bgPr>
    </p:bg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63"/>
          <p:cNvSpPr/>
          <p:nvPr/>
        </p:nvSpPr>
        <p:spPr>
          <a:xfrm>
            <a:off x="486000" y="1052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17" name="Google Shape;717;p163"/>
          <p:cNvSpPr/>
          <p:nvPr/>
        </p:nvSpPr>
        <p:spPr>
          <a:xfrm>
            <a:off x="486000" y="2909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18" name="Google Shape;718;p163"/>
          <p:cNvSpPr/>
          <p:nvPr/>
        </p:nvSpPr>
        <p:spPr>
          <a:xfrm>
            <a:off x="4596300" y="1052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19" name="Google Shape;719;p163"/>
          <p:cNvSpPr/>
          <p:nvPr/>
        </p:nvSpPr>
        <p:spPr>
          <a:xfrm>
            <a:off x="4596300" y="2909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20" name="Google Shape;720;p1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06">
          <p15:clr>
            <a:srgbClr val="E46962"/>
          </p15:clr>
        </p15:guide>
        <p15:guide id="2" orient="horz" pos="2934">
          <p15:clr>
            <a:srgbClr val="E46962"/>
          </p15:clr>
        </p15:guide>
        <p15:guide id="3" orient="horz" pos="1734">
          <p15:clr>
            <a:srgbClr val="E46962"/>
          </p15:clr>
        </p15:guide>
        <p15:guide id="4" pos="2831">
          <p15:clr>
            <a:srgbClr val="E46962"/>
          </p15:clr>
        </p15:guide>
        <p15:guide id="5" pos="2895">
          <p15:clr>
            <a:srgbClr val="E46962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/2 block 1">
  <p:cSld name="CUSTOM_2_2_1_2_1">
    <p:bg>
      <p:bgPr>
        <a:solidFill>
          <a:schemeClr val="lt1"/>
        </a:solid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64"/>
          <p:cNvSpPr/>
          <p:nvPr/>
        </p:nvSpPr>
        <p:spPr>
          <a:xfrm>
            <a:off x="4633950" y="90000"/>
            <a:ext cx="4420200" cy="1751400"/>
          </a:xfrm>
          <a:prstGeom prst="roundRect">
            <a:avLst>
              <a:gd fmla="val 8308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64"/>
          <p:cNvSpPr/>
          <p:nvPr/>
        </p:nvSpPr>
        <p:spPr>
          <a:xfrm>
            <a:off x="4633800" y="1939500"/>
            <a:ext cx="4420200" cy="3114300"/>
          </a:xfrm>
          <a:prstGeom prst="roundRect">
            <a:avLst>
              <a:gd fmla="val 5450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64"/>
          <p:cNvSpPr/>
          <p:nvPr>
            <p:ph idx="2" type="pic"/>
          </p:nvPr>
        </p:nvSpPr>
        <p:spPr>
          <a:xfrm>
            <a:off x="98850" y="90300"/>
            <a:ext cx="4437000" cy="4962900"/>
          </a:xfrm>
          <a:prstGeom prst="roundRect">
            <a:avLst>
              <a:gd fmla="val 4057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25" name="Google Shape;725;p1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57">
          <p15:clr>
            <a:srgbClr val="E46962"/>
          </p15:clr>
        </p15:guide>
        <p15:guide id="3" pos="2919">
          <p15:clr>
            <a:srgbClr val="E46962"/>
          </p15:clr>
        </p15:guide>
        <p15:guide id="4" orient="horz" pos="1222">
          <p15:clr>
            <a:srgbClr val="E46962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1 photo 1 block 1">
  <p:cSld name="CUSTOM_1_1_3_1">
    <p:bg>
      <p:bgPr>
        <a:solidFill>
          <a:schemeClr val="lt1"/>
        </a:solidFill>
      </p:bgPr>
    </p:bg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65"/>
          <p:cNvSpPr/>
          <p:nvPr>
            <p:ph idx="2" type="pic"/>
          </p:nvPr>
        </p:nvSpPr>
        <p:spPr>
          <a:xfrm>
            <a:off x="4629550" y="90000"/>
            <a:ext cx="4422000" cy="2481900"/>
          </a:xfrm>
          <a:prstGeom prst="roundRect">
            <a:avLst>
              <a:gd fmla="val 5831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28" name="Google Shape;728;p165"/>
          <p:cNvSpPr/>
          <p:nvPr/>
        </p:nvSpPr>
        <p:spPr>
          <a:xfrm>
            <a:off x="4629550" y="2673300"/>
            <a:ext cx="4422000" cy="2380500"/>
          </a:xfrm>
          <a:prstGeom prst="roundRect">
            <a:avLst>
              <a:gd fmla="val 5450" name="adj"/>
            </a:avLst>
          </a:prstGeom>
          <a:solidFill>
            <a:srgbClr val="130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9" name="Google Shape;729;p165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730" name="Google Shape;730;p1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450">
          <p15:clr>
            <a:srgbClr val="E46962"/>
          </p15:clr>
        </p15:guide>
        <p15:guide id="5" orient="horz" pos="3183">
          <p15:clr>
            <a:srgbClr val="E46962"/>
          </p15:clr>
        </p15:guide>
        <p15:guide id="6" pos="59">
          <p15:clr>
            <a:srgbClr val="E46962"/>
          </p15:clr>
        </p15:guide>
        <p15:guide id="7" pos="2892">
          <p15:clr>
            <a:srgbClr val="E46962"/>
          </p15:clr>
        </p15:guide>
        <p15:guide id="8" pos="5702">
          <p15:clr>
            <a:srgbClr val="E46962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1 block 1 photo 1">
  <p:cSld name="CUSTOM_1_1_1_1">
    <p:bg>
      <p:bgPr>
        <a:solidFill>
          <a:schemeClr val="lt1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66"/>
          <p:cNvSpPr/>
          <p:nvPr/>
        </p:nvSpPr>
        <p:spPr>
          <a:xfrm>
            <a:off x="4629550" y="89700"/>
            <a:ext cx="4415700" cy="1466700"/>
          </a:xfrm>
          <a:prstGeom prst="roundRect">
            <a:avLst>
              <a:gd fmla="val 10960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66"/>
          <p:cNvSpPr/>
          <p:nvPr>
            <p:ph idx="2" type="pic"/>
          </p:nvPr>
        </p:nvSpPr>
        <p:spPr>
          <a:xfrm>
            <a:off x="4629550" y="1650000"/>
            <a:ext cx="4420200" cy="3402900"/>
          </a:xfrm>
          <a:prstGeom prst="roundRect">
            <a:avLst>
              <a:gd fmla="val 4758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734" name="Google Shape;734;p166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735" name="Google Shape;735;p1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77">
          <p15:clr>
            <a:srgbClr val="E46962"/>
          </p15:clr>
        </p15:guide>
        <p15:guide id="2" pos="59">
          <p15:clr>
            <a:srgbClr val="E46962"/>
          </p15:clr>
        </p15:guide>
        <p15:guide id="3" pos="5698">
          <p15:clr>
            <a:srgbClr val="E46962"/>
          </p15:clr>
        </p15:guide>
        <p15:guide id="4" pos="2916">
          <p15:clr>
            <a:srgbClr val="E46962"/>
          </p15:clr>
        </p15:guide>
        <p15:guide id="5" orient="horz" pos="3183">
          <p15:clr>
            <a:srgbClr val="E46962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 2">
  <p:cSld name="CUSTOM_2_2_2_2">
    <p:bg>
      <p:bgPr>
        <a:solidFill>
          <a:schemeClr val="lt1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67"/>
          <p:cNvSpPr/>
          <p:nvPr>
            <p:ph idx="2" type="pic"/>
          </p:nvPr>
        </p:nvSpPr>
        <p:spPr>
          <a:xfrm>
            <a:off x="4628950" y="90300"/>
            <a:ext cx="44250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38" name="Google Shape;738;p167"/>
          <p:cNvSpPr/>
          <p:nvPr>
            <p:ph idx="3" type="pic"/>
          </p:nvPr>
        </p:nvSpPr>
        <p:spPr>
          <a:xfrm>
            <a:off x="4628950" y="2625750"/>
            <a:ext cx="4425000" cy="2427900"/>
          </a:xfrm>
          <a:prstGeom prst="roundRect">
            <a:avLst>
              <a:gd fmla="val 6307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739" name="Google Shape;739;p167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740" name="Google Shape;740;p1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318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orient="horz" pos="1464">
          <p15:clr>
            <a:srgbClr val="E46962"/>
          </p15:clr>
        </p15:guide>
        <p15:guide id="5" pos="2916">
          <p15:clr>
            <a:srgbClr val="E46962"/>
          </p15:clr>
        </p15:guide>
        <p15:guide id="6" pos="5703">
          <p15:clr>
            <a:srgbClr val="E46962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 1 2">
  <p:cSld name="CUSTOM_2_2_2_1_2">
    <p:bg>
      <p:bgPr>
        <a:solidFill>
          <a:schemeClr val="lt1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168"/>
          <p:cNvSpPr/>
          <p:nvPr>
            <p:ph idx="2" type="pic"/>
          </p:nvPr>
        </p:nvSpPr>
        <p:spPr>
          <a:xfrm>
            <a:off x="4628950" y="89850"/>
            <a:ext cx="22146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43" name="Google Shape;743;p168"/>
          <p:cNvSpPr/>
          <p:nvPr>
            <p:ph idx="3" type="pic"/>
          </p:nvPr>
        </p:nvSpPr>
        <p:spPr>
          <a:xfrm>
            <a:off x="6942600" y="89850"/>
            <a:ext cx="21033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44" name="Google Shape;744;p168"/>
          <p:cNvSpPr/>
          <p:nvPr>
            <p:ph idx="4" type="pic"/>
          </p:nvPr>
        </p:nvSpPr>
        <p:spPr>
          <a:xfrm>
            <a:off x="4629000" y="2625750"/>
            <a:ext cx="2214600" cy="2427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45" name="Google Shape;745;p168"/>
          <p:cNvSpPr/>
          <p:nvPr>
            <p:ph idx="5" type="pic"/>
          </p:nvPr>
        </p:nvSpPr>
        <p:spPr>
          <a:xfrm>
            <a:off x="6942600" y="2625750"/>
            <a:ext cx="2103300" cy="2427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746" name="Google Shape;746;p168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747" name="Google Shape;747;p1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318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698">
          <p15:clr>
            <a:srgbClr val="E46962"/>
          </p15:clr>
        </p15:guide>
        <p15:guide id="5" pos="2916">
          <p15:clr>
            <a:srgbClr val="E46962"/>
          </p15:clr>
        </p15:guide>
        <p15:guide id="6" pos="4373">
          <p15:clr>
            <a:srgbClr val="E46962"/>
          </p15:clr>
        </p15:guide>
        <p15:guide id="7" orient="horz" pos="1654">
          <p15:clr>
            <a:srgbClr val="E46962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slide | Two speakers 1">
  <p:cSld name="CUSTOM_2_2_2_1_2_2_1">
    <p:bg>
      <p:bgPr>
        <a:solidFill>
          <a:schemeClr val="lt1"/>
        </a:solidFill>
      </p:bgPr>
    </p:bg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9" name="Google Shape;749;p1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169"/>
          <p:cNvSpPr/>
          <p:nvPr>
            <p:ph idx="2" type="pic"/>
          </p:nvPr>
        </p:nvSpPr>
        <p:spPr>
          <a:xfrm>
            <a:off x="4780075" y="2790900"/>
            <a:ext cx="1916100" cy="177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51" name="Google Shape;751;p169"/>
          <p:cNvSpPr/>
          <p:nvPr>
            <p:ph idx="3" type="pic"/>
          </p:nvPr>
        </p:nvSpPr>
        <p:spPr>
          <a:xfrm>
            <a:off x="4780225" y="670150"/>
            <a:ext cx="1916100" cy="1764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52" name="Google Shape;752;p1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287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698">
          <p15:clr>
            <a:srgbClr val="E46962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speakers 1">
  <p:cSld name="CUSTOM_2_2_2_1_2_1_1">
    <p:bg>
      <p:bgPr>
        <a:solidFill>
          <a:schemeClr val="lt1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1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23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170"/>
          <p:cNvSpPr/>
          <p:nvPr>
            <p:ph idx="2" type="pic"/>
          </p:nvPr>
        </p:nvSpPr>
        <p:spPr>
          <a:xfrm>
            <a:off x="3713072" y="1595550"/>
            <a:ext cx="16359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56" name="Google Shape;756;p170"/>
          <p:cNvSpPr/>
          <p:nvPr>
            <p:ph idx="3" type="pic"/>
          </p:nvPr>
        </p:nvSpPr>
        <p:spPr>
          <a:xfrm>
            <a:off x="7152264" y="1595550"/>
            <a:ext cx="15534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57" name="Google Shape;757;p170"/>
          <p:cNvSpPr/>
          <p:nvPr>
            <p:ph idx="4" type="pic"/>
          </p:nvPr>
        </p:nvSpPr>
        <p:spPr>
          <a:xfrm>
            <a:off x="5432672" y="1598874"/>
            <a:ext cx="1635900" cy="1793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58" name="Google Shape;758;p170"/>
          <p:cNvSpPr/>
          <p:nvPr>
            <p:ph idx="5" type="pic"/>
          </p:nvPr>
        </p:nvSpPr>
        <p:spPr>
          <a:xfrm>
            <a:off x="2075702" y="1598874"/>
            <a:ext cx="1553400" cy="1793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59" name="Google Shape;759;p170"/>
          <p:cNvSpPr/>
          <p:nvPr>
            <p:ph idx="6" type="pic"/>
          </p:nvPr>
        </p:nvSpPr>
        <p:spPr>
          <a:xfrm>
            <a:off x="438336" y="1595550"/>
            <a:ext cx="15534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60" name="Google Shape;760;p1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318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698">
          <p15:clr>
            <a:srgbClr val="E46962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 1 1 1">
  <p:cSld name="CUSTOM_2_2_2_1_1_1">
    <p:bg>
      <p:bgPr>
        <a:solidFill>
          <a:schemeClr val="lt1"/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71"/>
          <p:cNvSpPr/>
          <p:nvPr>
            <p:ph idx="2" type="pic"/>
          </p:nvPr>
        </p:nvSpPr>
        <p:spPr>
          <a:xfrm>
            <a:off x="4617000" y="89850"/>
            <a:ext cx="2208900" cy="2436900"/>
          </a:xfrm>
          <a:prstGeom prst="roundRect">
            <a:avLst>
              <a:gd fmla="val 8010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63" name="Google Shape;763;p171"/>
          <p:cNvSpPr/>
          <p:nvPr>
            <p:ph idx="3" type="pic"/>
          </p:nvPr>
        </p:nvSpPr>
        <p:spPr>
          <a:xfrm>
            <a:off x="6924900" y="89850"/>
            <a:ext cx="2121000" cy="2436900"/>
          </a:xfrm>
          <a:prstGeom prst="roundRect">
            <a:avLst>
              <a:gd fmla="val 8288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64" name="Google Shape;764;p171"/>
          <p:cNvSpPr/>
          <p:nvPr>
            <p:ph idx="4" type="pic"/>
          </p:nvPr>
        </p:nvSpPr>
        <p:spPr>
          <a:xfrm>
            <a:off x="4617000" y="2626200"/>
            <a:ext cx="4428900" cy="2427300"/>
          </a:xfrm>
          <a:prstGeom prst="roundRect">
            <a:avLst>
              <a:gd fmla="val 7993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65" name="Google Shape;765;p171"/>
          <p:cNvSpPr/>
          <p:nvPr>
            <p:ph idx="5" type="pic"/>
          </p:nvPr>
        </p:nvSpPr>
        <p:spPr>
          <a:xfrm>
            <a:off x="98925" y="2626350"/>
            <a:ext cx="2208900" cy="2427300"/>
          </a:xfrm>
          <a:prstGeom prst="roundRect">
            <a:avLst>
              <a:gd fmla="val 8833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66" name="Google Shape;766;p171"/>
          <p:cNvSpPr/>
          <p:nvPr>
            <p:ph idx="6" type="pic"/>
          </p:nvPr>
        </p:nvSpPr>
        <p:spPr>
          <a:xfrm>
            <a:off x="2406825" y="2626350"/>
            <a:ext cx="2111100" cy="2427300"/>
          </a:xfrm>
          <a:prstGeom prst="roundRect">
            <a:avLst>
              <a:gd fmla="val 8376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67" name="Google Shape;767;p171"/>
          <p:cNvSpPr/>
          <p:nvPr>
            <p:ph idx="7" type="pic"/>
          </p:nvPr>
        </p:nvSpPr>
        <p:spPr>
          <a:xfrm>
            <a:off x="98925" y="89850"/>
            <a:ext cx="4419000" cy="2436900"/>
          </a:xfrm>
          <a:prstGeom prst="roundRect">
            <a:avLst>
              <a:gd fmla="val 7734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68" name="Google Shape;768;p1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318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698">
          <p15:clr>
            <a:srgbClr val="E46962"/>
          </p15:clr>
        </p15:guide>
        <p15:guide id="5" orient="horz" pos="1592">
          <p15:clr>
            <a:srgbClr val="E46962"/>
          </p15:clr>
        </p15:guide>
        <p15:guide id="6" pos="2846">
          <p15:clr>
            <a:srgbClr val="E46962"/>
          </p15:clr>
        </p15:guide>
        <p15:guide id="7" orient="horz" pos="1654">
          <p15:clr>
            <a:srgbClr val="E46962"/>
          </p15:clr>
        </p15:guide>
        <p15:guide id="8" pos="2908">
          <p15:clr>
            <a:srgbClr val="E46962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| Green 1">
  <p:cSld name="TITLE_AND_BODY_1_1_1_1">
    <p:bg>
      <p:bgPr>
        <a:solidFill>
          <a:schemeClr val="lt1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72"/>
          <p:cNvSpPr/>
          <p:nvPr/>
        </p:nvSpPr>
        <p:spPr>
          <a:xfrm>
            <a:off x="90825" y="90150"/>
            <a:ext cx="8967900" cy="4967700"/>
          </a:xfrm>
          <a:prstGeom prst="roundRect">
            <a:avLst>
              <a:gd fmla="val 4350" name="adj"/>
            </a:avLst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1" name="Google Shape;771;p1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9132" y="89925"/>
            <a:ext cx="7985741" cy="4967699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1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xylabs parterships 1">
  <p:cSld name="BLANK_1_4_1">
    <p:bg>
      <p:bgPr>
        <a:solidFill>
          <a:schemeClr val="lt1"/>
        </a:solidFill>
      </p:bgPr>
    </p:bg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5" name="Google Shape;775;p173"/>
          <p:cNvSpPr/>
          <p:nvPr/>
        </p:nvSpPr>
        <p:spPr>
          <a:xfrm>
            <a:off x="90000" y="2625350"/>
            <a:ext cx="8964000" cy="2428200"/>
          </a:xfrm>
          <a:prstGeom prst="roundRect">
            <a:avLst>
              <a:gd fmla="val 10241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6" name="Google Shape;776;p1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59175" y="789438"/>
            <a:ext cx="3225651" cy="1046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7" name="Google Shape;777;p173"/>
          <p:cNvCxnSpPr/>
          <p:nvPr/>
        </p:nvCxnSpPr>
        <p:spPr>
          <a:xfrm>
            <a:off x="4572000" y="3451075"/>
            <a:ext cx="0" cy="669600"/>
          </a:xfrm>
          <a:prstGeom prst="straightConnector1">
            <a:avLst/>
          </a:prstGeom>
          <a:noFill/>
          <a:ln cap="flat" cmpd="sng" w="9525">
            <a:solidFill>
              <a:srgbClr val="F5F6F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8" name="Google Shape;778;p173"/>
          <p:cNvSpPr/>
          <p:nvPr>
            <p:ph idx="2" type="pic"/>
          </p:nvPr>
        </p:nvSpPr>
        <p:spPr>
          <a:xfrm>
            <a:off x="1765175" y="3399300"/>
            <a:ext cx="2202000" cy="795300"/>
          </a:xfrm>
          <a:prstGeom prst="rect">
            <a:avLst/>
          </a:prstGeom>
          <a:noFill/>
          <a:ln>
            <a:noFill/>
          </a:ln>
        </p:spPr>
      </p:sp>
      <p:sp>
        <p:nvSpPr>
          <p:cNvPr id="779" name="Google Shape;779;p173"/>
          <p:cNvSpPr/>
          <p:nvPr>
            <p:ph idx="3" type="pic"/>
          </p:nvPr>
        </p:nvSpPr>
        <p:spPr>
          <a:xfrm>
            <a:off x="5212000" y="3399300"/>
            <a:ext cx="2202000" cy="795300"/>
          </a:xfrm>
          <a:prstGeom prst="rect">
            <a:avLst/>
          </a:prstGeom>
          <a:noFill/>
          <a:ln>
            <a:noFill/>
          </a:ln>
        </p:spPr>
      </p:sp>
      <p:sp>
        <p:nvSpPr>
          <p:cNvPr id="780" name="Google Shape;780;p173"/>
          <p:cNvSpPr/>
          <p:nvPr/>
        </p:nvSpPr>
        <p:spPr>
          <a:xfrm>
            <a:off x="88050" y="90000"/>
            <a:ext cx="8967900" cy="2428200"/>
          </a:xfrm>
          <a:prstGeom prst="roundRect">
            <a:avLst>
              <a:gd fmla="val 8577" name="adj"/>
            </a:avLst>
          </a:prstGeom>
          <a:solidFill>
            <a:srgbClr val="F5F6F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173"/>
          <p:cNvSpPr/>
          <p:nvPr/>
        </p:nvSpPr>
        <p:spPr>
          <a:xfrm>
            <a:off x="4174350" y="2174100"/>
            <a:ext cx="795300" cy="795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314325" rotWithShape="0" algn="bl" dir="5400000" dist="76200">
              <a:srgbClr val="000000">
                <a:alpha val="862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642">
          <p15:clr>
            <a:srgbClr val="E46962"/>
          </p15:clr>
        </p15:guide>
        <p15:guide id="2" pos="57">
          <p15:clr>
            <a:srgbClr val="E46962"/>
          </p15:clr>
        </p15:guide>
        <p15:guide id="3" orient="horz" pos="57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7" Type="http://schemas.openxmlformats.org/officeDocument/2006/relationships/theme" Target="../theme/theme2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6.xml"/><Relationship Id="rId42" Type="http://schemas.openxmlformats.org/officeDocument/2006/relationships/slideLayout" Target="../slideLayouts/slideLayout108.xml"/><Relationship Id="rId41" Type="http://schemas.openxmlformats.org/officeDocument/2006/relationships/slideLayout" Target="../slideLayouts/slideLayout107.xml"/><Relationship Id="rId44" Type="http://schemas.openxmlformats.org/officeDocument/2006/relationships/slideLayout" Target="../slideLayouts/slideLayout110.xml"/><Relationship Id="rId43" Type="http://schemas.openxmlformats.org/officeDocument/2006/relationships/slideLayout" Target="../slideLayouts/slideLayout109.xml"/><Relationship Id="rId46" Type="http://schemas.openxmlformats.org/officeDocument/2006/relationships/slideLayout" Target="../slideLayouts/slideLayout112.xml"/><Relationship Id="rId45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48" Type="http://schemas.openxmlformats.org/officeDocument/2006/relationships/slideLayout" Target="../slideLayouts/slideLayout114.xml"/><Relationship Id="rId47" Type="http://schemas.openxmlformats.org/officeDocument/2006/relationships/slideLayout" Target="../slideLayouts/slideLayout113.xml"/><Relationship Id="rId49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31" Type="http://schemas.openxmlformats.org/officeDocument/2006/relationships/slideLayout" Target="../slideLayouts/slideLayout97.xml"/><Relationship Id="rId30" Type="http://schemas.openxmlformats.org/officeDocument/2006/relationships/slideLayout" Target="../slideLayouts/slideLayout96.xml"/><Relationship Id="rId33" Type="http://schemas.openxmlformats.org/officeDocument/2006/relationships/slideLayout" Target="../slideLayouts/slideLayout99.xml"/><Relationship Id="rId32" Type="http://schemas.openxmlformats.org/officeDocument/2006/relationships/slideLayout" Target="../slideLayouts/slideLayout98.xml"/><Relationship Id="rId35" Type="http://schemas.openxmlformats.org/officeDocument/2006/relationships/slideLayout" Target="../slideLayouts/slideLayout101.xml"/><Relationship Id="rId34" Type="http://schemas.openxmlformats.org/officeDocument/2006/relationships/slideLayout" Target="../slideLayouts/slideLayout100.xml"/><Relationship Id="rId37" Type="http://schemas.openxmlformats.org/officeDocument/2006/relationships/slideLayout" Target="../slideLayouts/slideLayout103.xml"/><Relationship Id="rId36" Type="http://schemas.openxmlformats.org/officeDocument/2006/relationships/slideLayout" Target="../slideLayouts/slideLayout102.xml"/><Relationship Id="rId39" Type="http://schemas.openxmlformats.org/officeDocument/2006/relationships/slideLayout" Target="../slideLayouts/slideLayout105.xml"/><Relationship Id="rId38" Type="http://schemas.openxmlformats.org/officeDocument/2006/relationships/slideLayout" Target="../slideLayouts/slideLayout104.xml"/><Relationship Id="rId62" Type="http://schemas.openxmlformats.org/officeDocument/2006/relationships/slideLayout" Target="../slideLayouts/slideLayout128.xml"/><Relationship Id="rId61" Type="http://schemas.openxmlformats.org/officeDocument/2006/relationships/slideLayout" Target="../slideLayouts/slideLayout127.xml"/><Relationship Id="rId20" Type="http://schemas.openxmlformats.org/officeDocument/2006/relationships/slideLayout" Target="../slideLayouts/slideLayout86.xml"/><Relationship Id="rId64" Type="http://schemas.openxmlformats.org/officeDocument/2006/relationships/slideLayout" Target="../slideLayouts/slideLayout130.xml"/><Relationship Id="rId63" Type="http://schemas.openxmlformats.org/officeDocument/2006/relationships/slideLayout" Target="../slideLayouts/slideLayout129.xml"/><Relationship Id="rId22" Type="http://schemas.openxmlformats.org/officeDocument/2006/relationships/slideLayout" Target="../slideLayouts/slideLayout88.xml"/><Relationship Id="rId66" Type="http://schemas.openxmlformats.org/officeDocument/2006/relationships/slideLayout" Target="../slideLayouts/slideLayout132.xml"/><Relationship Id="rId21" Type="http://schemas.openxmlformats.org/officeDocument/2006/relationships/slideLayout" Target="../slideLayouts/slideLayout87.xml"/><Relationship Id="rId65" Type="http://schemas.openxmlformats.org/officeDocument/2006/relationships/slideLayout" Target="../slideLayouts/slideLayout131.xml"/><Relationship Id="rId24" Type="http://schemas.openxmlformats.org/officeDocument/2006/relationships/slideLayout" Target="../slideLayouts/slideLayout90.xml"/><Relationship Id="rId68" Type="http://schemas.openxmlformats.org/officeDocument/2006/relationships/theme" Target="../theme/theme1.xml"/><Relationship Id="rId23" Type="http://schemas.openxmlformats.org/officeDocument/2006/relationships/slideLayout" Target="../slideLayouts/slideLayout89.xml"/><Relationship Id="rId67" Type="http://schemas.openxmlformats.org/officeDocument/2006/relationships/slideLayout" Target="../slideLayouts/slideLayout133.xml"/><Relationship Id="rId60" Type="http://schemas.openxmlformats.org/officeDocument/2006/relationships/slideLayout" Target="../slideLayouts/slideLayout126.xml"/><Relationship Id="rId26" Type="http://schemas.openxmlformats.org/officeDocument/2006/relationships/slideLayout" Target="../slideLayouts/slideLayout92.xml"/><Relationship Id="rId25" Type="http://schemas.openxmlformats.org/officeDocument/2006/relationships/slideLayout" Target="../slideLayouts/slideLayout91.xml"/><Relationship Id="rId28" Type="http://schemas.openxmlformats.org/officeDocument/2006/relationships/slideLayout" Target="../slideLayouts/slideLayout94.xml"/><Relationship Id="rId27" Type="http://schemas.openxmlformats.org/officeDocument/2006/relationships/slideLayout" Target="../slideLayouts/slideLayout93.xml"/><Relationship Id="rId29" Type="http://schemas.openxmlformats.org/officeDocument/2006/relationships/slideLayout" Target="../slideLayouts/slideLayout95.xml"/><Relationship Id="rId51" Type="http://schemas.openxmlformats.org/officeDocument/2006/relationships/slideLayout" Target="../slideLayouts/slideLayout117.xml"/><Relationship Id="rId50" Type="http://schemas.openxmlformats.org/officeDocument/2006/relationships/slideLayout" Target="../slideLayouts/slideLayout116.xml"/><Relationship Id="rId53" Type="http://schemas.openxmlformats.org/officeDocument/2006/relationships/slideLayout" Target="../slideLayouts/slideLayout119.xml"/><Relationship Id="rId52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77.xml"/><Relationship Id="rId55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76.xml"/><Relationship Id="rId54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79.xml"/><Relationship Id="rId57" Type="http://schemas.openxmlformats.org/officeDocument/2006/relationships/slideLayout" Target="../slideLayouts/slideLayout123.xml"/><Relationship Id="rId12" Type="http://schemas.openxmlformats.org/officeDocument/2006/relationships/slideLayout" Target="../slideLayouts/slideLayout78.xml"/><Relationship Id="rId56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81.xml"/><Relationship Id="rId59" Type="http://schemas.openxmlformats.org/officeDocument/2006/relationships/slideLayout" Target="../slideLayouts/slideLayout125.xml"/><Relationship Id="rId14" Type="http://schemas.openxmlformats.org/officeDocument/2006/relationships/slideLayout" Target="../slideLayouts/slideLayout80.xml"/><Relationship Id="rId58" Type="http://schemas.openxmlformats.org/officeDocument/2006/relationships/slideLayout" Target="../slideLayouts/slideLayout124.xml"/><Relationship Id="rId17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85.xml"/><Relationship Id="rId18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  <p:sldLayoutId id="2147483733" r:id="rId18"/>
    <p:sldLayoutId id="2147483734" r:id="rId19"/>
    <p:sldLayoutId id="2147483735" r:id="rId20"/>
    <p:sldLayoutId id="2147483736" r:id="rId21"/>
    <p:sldLayoutId id="2147483737" r:id="rId22"/>
    <p:sldLayoutId id="2147483738" r:id="rId23"/>
    <p:sldLayoutId id="2147483739" r:id="rId24"/>
    <p:sldLayoutId id="2147483740" r:id="rId25"/>
    <p:sldLayoutId id="2147483741" r:id="rId26"/>
    <p:sldLayoutId id="2147483742" r:id="rId27"/>
    <p:sldLayoutId id="2147483743" r:id="rId28"/>
    <p:sldLayoutId id="2147483744" r:id="rId29"/>
    <p:sldLayoutId id="2147483745" r:id="rId30"/>
    <p:sldLayoutId id="2147483746" r:id="rId31"/>
    <p:sldLayoutId id="2147483747" r:id="rId32"/>
    <p:sldLayoutId id="2147483748" r:id="rId33"/>
    <p:sldLayoutId id="2147483749" r:id="rId34"/>
    <p:sldLayoutId id="2147483750" r:id="rId35"/>
    <p:sldLayoutId id="2147483751" r:id="rId36"/>
    <p:sldLayoutId id="2147483752" r:id="rId37"/>
    <p:sldLayoutId id="2147483753" r:id="rId38"/>
    <p:sldLayoutId id="2147483754" r:id="rId39"/>
    <p:sldLayoutId id="2147483755" r:id="rId40"/>
    <p:sldLayoutId id="2147483756" r:id="rId41"/>
    <p:sldLayoutId id="2147483757" r:id="rId42"/>
    <p:sldLayoutId id="2147483758" r:id="rId43"/>
    <p:sldLayoutId id="2147483759" r:id="rId44"/>
    <p:sldLayoutId id="2147483760" r:id="rId45"/>
    <p:sldLayoutId id="2147483761" r:id="rId46"/>
    <p:sldLayoutId id="2147483762" r:id="rId47"/>
    <p:sldLayoutId id="2147483763" r:id="rId48"/>
    <p:sldLayoutId id="2147483764" r:id="rId49"/>
    <p:sldLayoutId id="2147483765" r:id="rId50"/>
    <p:sldLayoutId id="2147483766" r:id="rId51"/>
    <p:sldLayoutId id="2147483767" r:id="rId52"/>
    <p:sldLayoutId id="2147483768" r:id="rId53"/>
    <p:sldLayoutId id="2147483769" r:id="rId54"/>
    <p:sldLayoutId id="2147483770" r:id="rId55"/>
    <p:sldLayoutId id="2147483771" r:id="rId56"/>
    <p:sldLayoutId id="2147483772" r:id="rId57"/>
    <p:sldLayoutId id="2147483773" r:id="rId58"/>
    <p:sldLayoutId id="2147483774" r:id="rId59"/>
    <p:sldLayoutId id="2147483775" r:id="rId60"/>
    <p:sldLayoutId id="2147483776" r:id="rId61"/>
    <p:sldLayoutId id="2147483777" r:id="rId62"/>
    <p:sldLayoutId id="2147483778" r:id="rId63"/>
    <p:sldLayoutId id="2147483779" r:id="rId64"/>
    <p:sldLayoutId id="2147483780" r:id="rId65"/>
    <p:sldLayoutId id="2147483781" r:id="rId66"/>
    <p:sldLayoutId id="2147483782" r:id="rId6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3"/>
          <p:cNvSpPr txBox="1"/>
          <p:nvPr/>
        </p:nvSpPr>
        <p:spPr>
          <a:xfrm>
            <a:off x="436650" y="1931325"/>
            <a:ext cx="67398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chemeClr val="lt1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Project Title</a:t>
            </a:r>
            <a:endParaRPr b="0" i="0" sz="60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2400" u="none" cap="none" strike="noStrike">
                <a:solidFill>
                  <a:srgbClr val="19C59F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Subtitle</a:t>
            </a:r>
            <a:endParaRPr b="0" i="0" sz="2400" u="none" cap="none" strike="noStrike">
              <a:solidFill>
                <a:srgbClr val="19C59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87" name="Google Shape;787;p3"/>
          <p:cNvSpPr txBox="1"/>
          <p:nvPr>
            <p:ph idx="1" type="subTitle"/>
          </p:nvPr>
        </p:nvSpPr>
        <p:spPr>
          <a:xfrm>
            <a:off x="611150" y="3782575"/>
            <a:ext cx="972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2025-11-DD</a:t>
            </a:r>
            <a:endParaRPr b="0" i="0" sz="12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88" name="Google Shape;78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9" name="Google Shape;78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0725" y="100050"/>
            <a:ext cx="2263200" cy="8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10"/>
          <p:cNvSpPr txBox="1"/>
          <p:nvPr/>
        </p:nvSpPr>
        <p:spPr>
          <a:xfrm>
            <a:off x="463125" y="3013650"/>
            <a:ext cx="3390900" cy="179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rgbClr val="19C59F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Contents</a:t>
            </a:r>
            <a:endParaRPr b="0" i="0" sz="6000" u="none" cap="none" strike="noStrike">
              <a:solidFill>
                <a:srgbClr val="19C59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95" name="Google Shape;795;p10"/>
          <p:cNvSpPr txBox="1"/>
          <p:nvPr/>
        </p:nvSpPr>
        <p:spPr>
          <a:xfrm>
            <a:off x="4674650" y="944203"/>
            <a:ext cx="36186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Anek Latin"/>
                <a:ea typeface="Anek Latin"/>
                <a:cs typeface="Anek Latin"/>
                <a:sym typeface="Anek Latin"/>
              </a:rPr>
              <a:t>Introduction</a:t>
            </a:r>
            <a:endParaRPr b="0" i="0" sz="15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nek Latin"/>
                <a:ea typeface="Anek Latin"/>
                <a:cs typeface="Anek Latin"/>
                <a:sym typeface="Anek Latin"/>
              </a:rPr>
              <a:t>Key questions and available data</a:t>
            </a:r>
            <a:endParaRPr b="0" i="0" sz="1000" u="none" cap="none" strike="noStrike">
              <a:solidFill>
                <a:schemeClr val="lt1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796" name="Google Shape;796;p10"/>
          <p:cNvSpPr txBox="1"/>
          <p:nvPr/>
        </p:nvSpPr>
        <p:spPr>
          <a:xfrm>
            <a:off x="4674650" y="1574210"/>
            <a:ext cx="36186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Anek Latin"/>
                <a:ea typeface="Anek Latin"/>
                <a:cs typeface="Anek Latin"/>
                <a:sym typeface="Anek Latin"/>
              </a:rPr>
              <a:t>Results</a:t>
            </a:r>
            <a:endParaRPr b="0" i="0" sz="15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Anek Latin"/>
                <a:ea typeface="Anek Latin"/>
                <a:cs typeface="Anek Latin"/>
                <a:sym typeface="Anek Latin"/>
              </a:rPr>
              <a:t>What</a:t>
            </a:r>
            <a:r>
              <a:rPr lang="en" sz="1100">
                <a:solidFill>
                  <a:schemeClr val="lt1"/>
                </a:solidFill>
                <a:latin typeface="Anek Latin"/>
                <a:ea typeface="Anek Latin"/>
                <a:cs typeface="Anek Latin"/>
                <a:sym typeface="Anek Latin"/>
              </a:rPr>
              <a:t> does data say</a:t>
            </a:r>
            <a:r>
              <a:rPr b="0" i="0" lang="en" sz="1100" u="none" cap="none" strike="noStrike">
                <a:solidFill>
                  <a:schemeClr val="lt1"/>
                </a:solidFill>
                <a:latin typeface="Anek Latin"/>
                <a:ea typeface="Anek Latin"/>
                <a:cs typeface="Anek Latin"/>
                <a:sym typeface="Anek Latin"/>
              </a:rPr>
              <a:t>?</a:t>
            </a:r>
            <a:endParaRPr b="1" i="0" sz="1100" u="none" cap="none" strike="noStrike">
              <a:solidFill>
                <a:schemeClr val="lt1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797" name="Google Shape;797;p10"/>
          <p:cNvSpPr txBox="1"/>
          <p:nvPr/>
        </p:nvSpPr>
        <p:spPr>
          <a:xfrm>
            <a:off x="4674650" y="2204217"/>
            <a:ext cx="36186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Anek Latin"/>
                <a:ea typeface="Anek Latin"/>
                <a:cs typeface="Anek Latin"/>
                <a:sym typeface="Anek Latin"/>
              </a:rPr>
              <a:t>Key Insights</a:t>
            </a:r>
            <a:endParaRPr b="0" i="0" sz="15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</a:rPr>
              <a:t>The story behind the data</a:t>
            </a:r>
            <a:endParaRPr b="0" i="0" sz="1000" u="none" cap="none" strike="noStrike">
              <a:solidFill>
                <a:schemeClr val="lt1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798" name="Google Shape;798;p10"/>
          <p:cNvSpPr txBox="1"/>
          <p:nvPr/>
        </p:nvSpPr>
        <p:spPr>
          <a:xfrm>
            <a:off x="4674650" y="2789622"/>
            <a:ext cx="36186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Anek Latin"/>
                <a:ea typeface="Anek Latin"/>
                <a:cs typeface="Anek Latin"/>
                <a:sym typeface="Anek Latin"/>
              </a:rPr>
              <a:t>Summary</a:t>
            </a:r>
            <a:endParaRPr b="0" i="0" sz="15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</a:rPr>
              <a:t>Answers to key questions. What’s next?</a:t>
            </a:r>
            <a:endParaRPr b="1" i="0" sz="1100" u="none" cap="none" strike="noStrike">
              <a:solidFill>
                <a:schemeClr val="lt1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799" name="Google Shape;799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0" name="Google Shape;80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5500" y="453275"/>
            <a:ext cx="1309147" cy="4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649e16ea2c_0_13"/>
          <p:cNvSpPr txBox="1"/>
          <p:nvPr/>
        </p:nvSpPr>
        <p:spPr>
          <a:xfrm>
            <a:off x="1351075" y="1945750"/>
            <a:ext cx="6322500" cy="13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500" u="none" cap="none" strike="noStrike">
                <a:solidFill>
                  <a:schemeClr val="lt1"/>
                </a:solidFill>
                <a:latin typeface="Anek Latin"/>
                <a:ea typeface="Anek Latin"/>
                <a:cs typeface="Anek Latin"/>
                <a:sym typeface="Anek Latin"/>
              </a:rPr>
              <a:t>Introduction</a:t>
            </a:r>
            <a:endParaRPr b="1" i="0" sz="3500" u="none" cap="none" strike="noStrike">
              <a:solidFill>
                <a:schemeClr val="lt1"/>
              </a:solidFill>
              <a:latin typeface="Anek Latin"/>
              <a:ea typeface="Anek Latin"/>
              <a:cs typeface="Anek Latin"/>
              <a:sym typeface="Anek Lat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19C59F"/>
                </a:solidFill>
                <a:latin typeface="Anek Latin"/>
                <a:ea typeface="Anek Latin"/>
                <a:cs typeface="Anek Latin"/>
                <a:sym typeface="Anek Latin"/>
              </a:rPr>
              <a:t>Key Questions and Available Data</a:t>
            </a:r>
            <a:endParaRPr b="1" i="0" sz="3000" u="none" cap="none" strike="noStrike">
              <a:solidFill>
                <a:srgbClr val="19C59F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806" name="Google Shape;806;g3649e16ea2c_0_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7" name="Google Shape;807;g3649e16ea2c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5500" y="453275"/>
            <a:ext cx="1309147" cy="4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35"/>
          <p:cNvSpPr txBox="1"/>
          <p:nvPr/>
        </p:nvSpPr>
        <p:spPr>
          <a:xfrm>
            <a:off x="391175" y="342900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19C59F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Introduction</a:t>
            </a:r>
            <a:endParaRPr b="0" i="0" sz="3000" u="none" cap="none" strike="noStrike">
              <a:solidFill>
                <a:srgbClr val="19C59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120E35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Key Questions</a:t>
            </a:r>
            <a:endParaRPr b="0" i="0" sz="1800" u="none" cap="none" strike="noStrike">
              <a:solidFill>
                <a:srgbClr val="120E35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813" name="Google Shape;813;p35"/>
          <p:cNvSpPr txBox="1"/>
          <p:nvPr/>
        </p:nvSpPr>
        <p:spPr>
          <a:xfrm>
            <a:off x="443075" y="1586725"/>
            <a:ext cx="7720800" cy="30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-33023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Anek Latin"/>
                <a:ea typeface="Anek Latin"/>
                <a:cs typeface="Anek Latin"/>
                <a:sym typeface="Anek Latin"/>
              </a:rPr>
              <a:t>Question 1</a:t>
            </a:r>
            <a:endParaRPr b="0" i="0" sz="1600" u="none" cap="none" strike="noStrike">
              <a:solidFill>
                <a:schemeClr val="lt1"/>
              </a:solidFill>
              <a:latin typeface="Anek Latin"/>
              <a:ea typeface="Anek Latin"/>
              <a:cs typeface="Anek Latin"/>
              <a:sym typeface="Anek Latin"/>
            </a:endParaRPr>
          </a:p>
          <a:p>
            <a:pPr indent="-33023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nek Latin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Anek Latin"/>
                <a:ea typeface="Anek Latin"/>
                <a:cs typeface="Anek Latin"/>
                <a:sym typeface="Anek Latin"/>
              </a:rPr>
              <a:t>Question 2</a:t>
            </a:r>
            <a:endParaRPr b="0" i="0" sz="1600" u="none" cap="none" strike="noStrike">
              <a:solidFill>
                <a:schemeClr val="lt1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814" name="Google Shape;814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5" name="Google Shape;81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5500" y="453275"/>
            <a:ext cx="1309147" cy="4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a02fb4a291_0_10"/>
          <p:cNvSpPr txBox="1"/>
          <p:nvPr/>
        </p:nvSpPr>
        <p:spPr>
          <a:xfrm>
            <a:off x="391175" y="342900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19C59F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Introduction</a:t>
            </a:r>
            <a:endParaRPr b="0" i="0" sz="3000" u="none" cap="none" strike="noStrike">
              <a:solidFill>
                <a:srgbClr val="19C59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120E35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Available Data</a:t>
            </a:r>
            <a:endParaRPr b="0" i="0" sz="1800" u="none" cap="none" strike="noStrike">
              <a:solidFill>
                <a:srgbClr val="120E35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821" name="Google Shape;821;g3a02fb4a291_0_10"/>
          <p:cNvSpPr txBox="1"/>
          <p:nvPr/>
        </p:nvSpPr>
        <p:spPr>
          <a:xfrm>
            <a:off x="443075" y="1586725"/>
            <a:ext cx="7720800" cy="30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-33023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Anek Latin"/>
                <a:ea typeface="Anek Latin"/>
                <a:cs typeface="Anek Latin"/>
                <a:sym typeface="Anek Latin"/>
              </a:rPr>
              <a:t>Data set 1</a:t>
            </a:r>
            <a:endParaRPr b="0" i="0" sz="1600" u="none" cap="none" strike="noStrike">
              <a:solidFill>
                <a:schemeClr val="lt1"/>
              </a:solidFill>
              <a:latin typeface="Anek Latin"/>
              <a:ea typeface="Anek Latin"/>
              <a:cs typeface="Anek Latin"/>
              <a:sym typeface="Anek Latin"/>
            </a:endParaRPr>
          </a:p>
          <a:p>
            <a:pPr indent="-33023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nek Latin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Anek Latin"/>
                <a:ea typeface="Anek Latin"/>
                <a:cs typeface="Anek Latin"/>
                <a:sym typeface="Anek Latin"/>
              </a:rPr>
              <a:t>Question 2</a:t>
            </a:r>
            <a:endParaRPr b="0" i="0" sz="1600" u="none" cap="none" strike="noStrike">
              <a:solidFill>
                <a:schemeClr val="lt1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graphicFrame>
        <p:nvGraphicFramePr>
          <p:cNvPr id="822" name="Google Shape;822;g3a02fb4a291_0_10"/>
          <p:cNvGraphicFramePr/>
          <p:nvPr/>
        </p:nvGraphicFramePr>
        <p:xfrm>
          <a:off x="5960900" y="332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{8F8A1196-1532-4AF8-A479-04843E56EA46}</a:tableStyleId>
              </a:tblPr>
              <a:tblGrid>
                <a:gridCol w="1107900"/>
                <a:gridCol w="724900"/>
                <a:gridCol w="763175"/>
              </a:tblGrid>
              <a:tr h="231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1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2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3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DDC proxies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1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2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DC proxies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2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5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23" name="Google Shape;823;g3a02fb4a291_0_10"/>
          <p:cNvGraphicFramePr/>
          <p:nvPr/>
        </p:nvGraphicFramePr>
        <p:xfrm>
          <a:off x="3211300" y="210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{8F8A1196-1532-4AF8-A479-04843E56EA46}</a:tableStyleId>
              </a:tblPr>
              <a:tblGrid>
                <a:gridCol w="1107900"/>
                <a:gridCol w="724900"/>
                <a:gridCol w="763175"/>
              </a:tblGrid>
              <a:tr h="30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9C59F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1</a:t>
                      </a:r>
                      <a:endParaRPr b="1" sz="1200" u="none" cap="none" strike="noStrike">
                        <a:solidFill>
                          <a:srgbClr val="19C59F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0E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9C59F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2</a:t>
                      </a:r>
                      <a:endParaRPr b="1" sz="1200" u="none" cap="none" strike="noStrike">
                        <a:solidFill>
                          <a:srgbClr val="19C59F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0E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9C59F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3</a:t>
                      </a:r>
                      <a:endParaRPr b="1" sz="1200" u="none" cap="none" strike="noStrike">
                        <a:solidFill>
                          <a:srgbClr val="19C59F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0E35"/>
                    </a:solidFill>
                  </a:tcPr>
                </a:tc>
              </a:tr>
              <a:tr h="25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DDC proxies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1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2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DC proxies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2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5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24" name="Google Shape;824;g3a02fb4a291_0_10"/>
          <p:cNvGraphicFramePr/>
          <p:nvPr/>
        </p:nvGraphicFramePr>
        <p:xfrm>
          <a:off x="5960900" y="210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{8F8A1196-1532-4AF8-A479-04843E56EA46}</a:tableStyleId>
              </a:tblPr>
              <a:tblGrid>
                <a:gridCol w="1107900"/>
                <a:gridCol w="724900"/>
                <a:gridCol w="763175"/>
              </a:tblGrid>
              <a:tr h="231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9C59F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1</a:t>
                      </a:r>
                      <a:endParaRPr b="1" sz="1200" u="none" cap="none" strike="noStrike">
                        <a:solidFill>
                          <a:srgbClr val="19C59F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9C59F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2</a:t>
                      </a:r>
                      <a:endParaRPr b="1" sz="1200" u="none" cap="none" strike="noStrike">
                        <a:solidFill>
                          <a:srgbClr val="19C59F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19C59F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3</a:t>
                      </a:r>
                      <a:endParaRPr b="1" sz="1200" u="none" cap="none" strike="noStrike">
                        <a:solidFill>
                          <a:srgbClr val="19C59F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DDC proxies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1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2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DC proxies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2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5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9C59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25" name="Google Shape;825;g3a02fb4a291_0_10"/>
          <p:cNvGraphicFramePr/>
          <p:nvPr/>
        </p:nvGraphicFramePr>
        <p:xfrm>
          <a:off x="3211288" y="332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{8F8A1196-1532-4AF8-A479-04843E56EA46}</a:tableStyleId>
              </a:tblPr>
              <a:tblGrid>
                <a:gridCol w="1107900"/>
                <a:gridCol w="724900"/>
                <a:gridCol w="763175"/>
              </a:tblGrid>
              <a:tr h="15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1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C5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2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C5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3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C59F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DDC proxies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1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2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DC proxies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2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lt1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5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6" name="Google Shape;826;g3a02fb4a291_0_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7" name="Google Shape;827;g3a02fb4a291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5500" y="453275"/>
            <a:ext cx="1309147" cy="4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a02fb4a291_0_17"/>
          <p:cNvSpPr txBox="1"/>
          <p:nvPr/>
        </p:nvSpPr>
        <p:spPr>
          <a:xfrm>
            <a:off x="1351075" y="1945750"/>
            <a:ext cx="6322500" cy="13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500" u="none" cap="none" strike="noStrike">
                <a:solidFill>
                  <a:schemeClr val="lt1"/>
                </a:solidFill>
                <a:latin typeface="Anek Latin"/>
                <a:ea typeface="Anek Latin"/>
                <a:cs typeface="Anek Latin"/>
                <a:sym typeface="Anek Latin"/>
              </a:rPr>
              <a:t>Results</a:t>
            </a:r>
            <a:endParaRPr b="1" i="0" sz="3500" u="none" cap="none" strike="noStrike">
              <a:solidFill>
                <a:schemeClr val="lt1"/>
              </a:solidFill>
              <a:latin typeface="Anek Latin"/>
              <a:ea typeface="Anek Latin"/>
              <a:cs typeface="Anek Latin"/>
              <a:sym typeface="Anek Lat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19C59F"/>
                </a:solidFill>
                <a:latin typeface="Anek Latin"/>
                <a:ea typeface="Anek Latin"/>
                <a:cs typeface="Anek Latin"/>
                <a:sym typeface="Anek Latin"/>
              </a:rPr>
              <a:t>What </a:t>
            </a:r>
            <a:r>
              <a:rPr b="1" lang="en" sz="3000">
                <a:solidFill>
                  <a:srgbClr val="19C59F"/>
                </a:solidFill>
                <a:latin typeface="Anek Latin"/>
                <a:ea typeface="Anek Latin"/>
                <a:cs typeface="Anek Latin"/>
                <a:sym typeface="Anek Latin"/>
              </a:rPr>
              <a:t>D</a:t>
            </a:r>
            <a:r>
              <a:rPr b="1" i="0" lang="en" sz="3000" u="none" cap="none" strike="noStrike">
                <a:solidFill>
                  <a:srgbClr val="19C59F"/>
                </a:solidFill>
                <a:latin typeface="Anek Latin"/>
                <a:ea typeface="Anek Latin"/>
                <a:cs typeface="Anek Latin"/>
                <a:sym typeface="Anek Latin"/>
              </a:rPr>
              <a:t>oes </a:t>
            </a:r>
            <a:r>
              <a:rPr b="1" lang="en" sz="3000">
                <a:solidFill>
                  <a:srgbClr val="19C59F"/>
                </a:solidFill>
                <a:latin typeface="Anek Latin"/>
                <a:ea typeface="Anek Latin"/>
                <a:cs typeface="Anek Latin"/>
                <a:sym typeface="Anek Latin"/>
              </a:rPr>
              <a:t>D</a:t>
            </a:r>
            <a:r>
              <a:rPr b="1" i="0" lang="en" sz="3000" u="none" cap="none" strike="noStrike">
                <a:solidFill>
                  <a:srgbClr val="19C59F"/>
                </a:solidFill>
                <a:latin typeface="Anek Latin"/>
                <a:ea typeface="Anek Latin"/>
                <a:cs typeface="Anek Latin"/>
                <a:sym typeface="Anek Latin"/>
              </a:rPr>
              <a:t>ata </a:t>
            </a:r>
            <a:r>
              <a:rPr b="1" lang="en" sz="3000">
                <a:solidFill>
                  <a:srgbClr val="19C59F"/>
                </a:solidFill>
                <a:latin typeface="Anek Latin"/>
                <a:ea typeface="Anek Latin"/>
                <a:cs typeface="Anek Latin"/>
                <a:sym typeface="Anek Latin"/>
              </a:rPr>
              <a:t>Say</a:t>
            </a:r>
            <a:r>
              <a:rPr b="1" i="0" lang="en" sz="3000" u="none" cap="none" strike="noStrike">
                <a:solidFill>
                  <a:srgbClr val="19C59F"/>
                </a:solidFill>
                <a:latin typeface="Anek Latin"/>
                <a:ea typeface="Anek Latin"/>
                <a:cs typeface="Anek Latin"/>
                <a:sym typeface="Anek Latin"/>
              </a:rPr>
              <a:t>?</a:t>
            </a:r>
            <a:endParaRPr b="1" i="0" sz="3000" u="none" cap="none" strike="noStrike">
              <a:solidFill>
                <a:srgbClr val="19C59F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833" name="Google Shape;833;g3a02fb4a291_0_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34" name="Google Shape;834;g3a02fb4a291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5500" y="453275"/>
            <a:ext cx="1309147" cy="4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a02fb4a291_0_28"/>
          <p:cNvSpPr txBox="1"/>
          <p:nvPr/>
        </p:nvSpPr>
        <p:spPr>
          <a:xfrm>
            <a:off x="391175" y="3429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19C59F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Results</a:t>
            </a:r>
            <a:endParaRPr b="0" i="0" sz="1800" u="none" cap="none" strike="noStrike">
              <a:solidFill>
                <a:srgbClr val="120E35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840" name="Google Shape;840;g3a02fb4a291_0_28"/>
          <p:cNvSpPr txBox="1"/>
          <p:nvPr/>
        </p:nvSpPr>
        <p:spPr>
          <a:xfrm>
            <a:off x="443075" y="1273450"/>
            <a:ext cx="7720800" cy="3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-33023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Anek Latin"/>
                <a:ea typeface="Anek Latin"/>
                <a:cs typeface="Anek Latin"/>
                <a:sym typeface="Anek Latin"/>
              </a:rPr>
              <a:t>Question 1</a:t>
            </a:r>
            <a:endParaRPr b="0" i="0" sz="1600" u="none" cap="none" strike="noStrike">
              <a:solidFill>
                <a:schemeClr val="lt1"/>
              </a:solidFill>
              <a:latin typeface="Anek Latin"/>
              <a:ea typeface="Anek Latin"/>
              <a:cs typeface="Anek Latin"/>
              <a:sym typeface="Anek Latin"/>
            </a:endParaRPr>
          </a:p>
          <a:p>
            <a:pPr indent="-33023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nek Latin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Anek Latin"/>
                <a:ea typeface="Anek Latin"/>
                <a:cs typeface="Anek Latin"/>
                <a:sym typeface="Anek Latin"/>
              </a:rPr>
              <a:t>Question 2</a:t>
            </a:r>
            <a:endParaRPr b="0" i="0" sz="1600" u="none" cap="none" strike="noStrike">
              <a:solidFill>
                <a:schemeClr val="lt1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841" name="Google Shape;841;g3a02fb4a291_0_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42" name="Google Shape;842;g3a02fb4a291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5500" y="453275"/>
            <a:ext cx="1309147" cy="4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a02fb4a291_0_175"/>
          <p:cNvSpPr txBox="1"/>
          <p:nvPr/>
        </p:nvSpPr>
        <p:spPr>
          <a:xfrm>
            <a:off x="1351075" y="1945750"/>
            <a:ext cx="6322500" cy="13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500" u="none" cap="none" strike="noStrike">
                <a:solidFill>
                  <a:schemeClr val="lt1"/>
                </a:solidFill>
                <a:latin typeface="Anek Latin"/>
                <a:ea typeface="Anek Latin"/>
                <a:cs typeface="Anek Latin"/>
                <a:sym typeface="Anek Latin"/>
              </a:rPr>
              <a:t>Key Insights</a:t>
            </a:r>
            <a:endParaRPr b="1" i="0" sz="3500" u="none" cap="none" strike="noStrike">
              <a:solidFill>
                <a:schemeClr val="lt1"/>
              </a:solidFill>
              <a:latin typeface="Anek Latin"/>
              <a:ea typeface="Anek Latin"/>
              <a:cs typeface="Anek Latin"/>
              <a:sym typeface="Anek Lat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3000">
                <a:solidFill>
                  <a:srgbClr val="19C59F"/>
                </a:solidFill>
                <a:latin typeface="Anek Latin"/>
                <a:ea typeface="Anek Latin"/>
                <a:cs typeface="Anek Latin"/>
                <a:sym typeface="Anek Latin"/>
              </a:rPr>
              <a:t>The Story Behind the ata</a:t>
            </a:r>
            <a:endParaRPr b="1" i="0" sz="3000" u="none" cap="none" strike="noStrike">
              <a:solidFill>
                <a:srgbClr val="19C59F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848" name="Google Shape;848;g3a02fb4a291_0_1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49" name="Google Shape;849;g3a02fb4a291_0_1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5500" y="453275"/>
            <a:ext cx="1309147" cy="4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a02fb4a291_0_187"/>
          <p:cNvSpPr txBox="1"/>
          <p:nvPr/>
        </p:nvSpPr>
        <p:spPr>
          <a:xfrm>
            <a:off x="391175" y="3429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19C59F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Key Insights</a:t>
            </a:r>
            <a:endParaRPr b="0" i="0" sz="1800" u="none" cap="none" strike="noStrike">
              <a:solidFill>
                <a:srgbClr val="120E35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855" name="Google Shape;855;g3a02fb4a291_0_187"/>
          <p:cNvSpPr txBox="1"/>
          <p:nvPr/>
        </p:nvSpPr>
        <p:spPr>
          <a:xfrm>
            <a:off x="443075" y="1273450"/>
            <a:ext cx="7720800" cy="3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-33023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Anek Latin"/>
                <a:ea typeface="Anek Latin"/>
                <a:cs typeface="Anek Latin"/>
                <a:sym typeface="Anek Latin"/>
              </a:rPr>
              <a:t>Question 1</a:t>
            </a:r>
            <a:endParaRPr b="0" i="0" sz="1600" u="none" cap="none" strike="noStrike">
              <a:solidFill>
                <a:schemeClr val="lt1"/>
              </a:solidFill>
              <a:latin typeface="Anek Latin"/>
              <a:ea typeface="Anek Latin"/>
              <a:cs typeface="Anek Latin"/>
              <a:sym typeface="Anek Latin"/>
            </a:endParaRPr>
          </a:p>
          <a:p>
            <a:pPr indent="-33023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nek Latin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Anek Latin"/>
                <a:ea typeface="Anek Latin"/>
                <a:cs typeface="Anek Latin"/>
                <a:sym typeface="Anek Latin"/>
              </a:rPr>
              <a:t>Question 2</a:t>
            </a:r>
            <a:endParaRPr b="0" i="0" sz="1600" u="none" cap="none" strike="noStrike">
              <a:solidFill>
                <a:schemeClr val="lt1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856" name="Google Shape;856;g3a02fb4a291_0_1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57" name="Google Shape;857;g3a02fb4a291_0_1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5500" y="453275"/>
            <a:ext cx="1309147" cy="4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a02fb4a291_0_181"/>
          <p:cNvSpPr txBox="1"/>
          <p:nvPr/>
        </p:nvSpPr>
        <p:spPr>
          <a:xfrm>
            <a:off x="1351075" y="1945750"/>
            <a:ext cx="6322500" cy="19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500" u="none" cap="none" strike="noStrike">
                <a:solidFill>
                  <a:schemeClr val="lt1"/>
                </a:solidFill>
                <a:latin typeface="Anek Latin"/>
                <a:ea typeface="Anek Latin"/>
                <a:cs typeface="Anek Latin"/>
                <a:sym typeface="Anek Latin"/>
              </a:rPr>
              <a:t>Summary</a:t>
            </a:r>
            <a:endParaRPr b="1" i="0" sz="3500" u="none" cap="none" strike="noStrike">
              <a:solidFill>
                <a:schemeClr val="lt1"/>
              </a:solidFill>
              <a:latin typeface="Anek Latin"/>
              <a:ea typeface="Anek Latin"/>
              <a:cs typeface="Anek Latin"/>
              <a:sym typeface="Anek Lati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19C59F"/>
                </a:solidFill>
                <a:latin typeface="Anek Latin"/>
                <a:ea typeface="Anek Latin"/>
                <a:cs typeface="Anek Latin"/>
                <a:sym typeface="Anek Latin"/>
              </a:rPr>
              <a:t>Answers to key questions. What’s next?</a:t>
            </a:r>
            <a:endParaRPr b="1" i="0" sz="3000" u="none" cap="none" strike="noStrike">
              <a:solidFill>
                <a:srgbClr val="19C59F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863" name="Google Shape;863;g3a02fb4a291_0_1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4" name="Google Shape;864;g3a02fb4a291_0_1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5500" y="453275"/>
            <a:ext cx="1309147" cy="4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a02fb4a291_0_194"/>
          <p:cNvSpPr txBox="1"/>
          <p:nvPr/>
        </p:nvSpPr>
        <p:spPr>
          <a:xfrm>
            <a:off x="391175" y="3429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19C59F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Summary</a:t>
            </a:r>
            <a:endParaRPr b="0" i="0" sz="1800" u="none" cap="none" strike="noStrike">
              <a:solidFill>
                <a:srgbClr val="120E35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870" name="Google Shape;870;g3a02fb4a291_0_194"/>
          <p:cNvSpPr txBox="1"/>
          <p:nvPr/>
        </p:nvSpPr>
        <p:spPr>
          <a:xfrm>
            <a:off x="443075" y="1273450"/>
            <a:ext cx="7720800" cy="3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-33023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Anek Latin"/>
                <a:ea typeface="Anek Latin"/>
                <a:cs typeface="Anek Latin"/>
                <a:sym typeface="Anek Latin"/>
              </a:rPr>
              <a:t>Question 1</a:t>
            </a:r>
            <a:endParaRPr b="0" i="0" sz="1600" u="none" cap="none" strike="noStrike">
              <a:solidFill>
                <a:schemeClr val="lt1"/>
              </a:solidFill>
              <a:latin typeface="Anek Latin"/>
              <a:ea typeface="Anek Latin"/>
              <a:cs typeface="Anek Latin"/>
              <a:sym typeface="Anek Latin"/>
            </a:endParaRPr>
          </a:p>
          <a:p>
            <a:pPr indent="-33023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nek Latin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Anek Latin"/>
                <a:ea typeface="Anek Latin"/>
                <a:cs typeface="Anek Latin"/>
                <a:sym typeface="Anek Latin"/>
              </a:rPr>
              <a:t>Question 2</a:t>
            </a:r>
            <a:endParaRPr b="0" i="0" sz="1600" u="none" cap="none" strike="noStrike">
              <a:solidFill>
                <a:schemeClr val="lt1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871" name="Google Shape;871;g3a02fb4a291_0_19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72" name="Google Shape;872;g3a02fb4a291_0_1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5500" y="453275"/>
            <a:ext cx="1309147" cy="4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a02fb4a291_0_201"/>
          <p:cNvSpPr txBox="1"/>
          <p:nvPr/>
        </p:nvSpPr>
        <p:spPr>
          <a:xfrm>
            <a:off x="814325" y="1986800"/>
            <a:ext cx="6739800" cy="21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chemeClr val="lt1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Thank you!</a:t>
            </a:r>
            <a:endParaRPr b="0" i="0" sz="60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4000" u="none" cap="none" strike="noStrike">
                <a:solidFill>
                  <a:srgbClr val="19C59F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Questions?</a:t>
            </a:r>
            <a:endParaRPr b="0" i="0" sz="4000" u="none" cap="none" strike="noStrike">
              <a:solidFill>
                <a:srgbClr val="19C59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878" name="Google Shape;878;g3a02fb4a291_0_2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79" name="Google Shape;879;g3a02fb4a291_0_2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0725" y="100050"/>
            <a:ext cx="2263200" cy="8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xylab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xylab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